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8"/>
  </p:notes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4" r:id="rId31"/>
    <p:sldId id="405" r:id="rId32"/>
    <p:sldId id="406" r:id="rId33"/>
    <p:sldId id="407" r:id="rId34"/>
    <p:sldId id="408" r:id="rId35"/>
    <p:sldId id="409" r:id="rId36"/>
    <p:sldId id="410" r:id="rId37"/>
    <p:sldId id="411" r:id="rId38"/>
    <p:sldId id="412" r:id="rId39"/>
    <p:sldId id="413" r:id="rId40"/>
    <p:sldId id="414" r:id="rId41"/>
    <p:sldId id="415" r:id="rId42"/>
    <p:sldId id="416" r:id="rId43"/>
    <p:sldId id="417" r:id="rId44"/>
    <p:sldId id="418" r:id="rId45"/>
    <p:sldId id="419" r:id="rId46"/>
    <p:sldId id="420" r:id="rId47"/>
    <p:sldId id="421" r:id="rId48"/>
    <p:sldId id="423" r:id="rId49"/>
    <p:sldId id="422" r:id="rId50"/>
    <p:sldId id="424" r:id="rId51"/>
    <p:sldId id="425" r:id="rId52"/>
    <p:sldId id="426" r:id="rId53"/>
    <p:sldId id="427" r:id="rId54"/>
    <p:sldId id="428" r:id="rId55"/>
    <p:sldId id="429" r:id="rId56"/>
    <p:sldId id="430" r:id="rId57"/>
    <p:sldId id="431" r:id="rId58"/>
    <p:sldId id="432" r:id="rId59"/>
    <p:sldId id="433" r:id="rId60"/>
    <p:sldId id="434" r:id="rId61"/>
    <p:sldId id="435" r:id="rId62"/>
    <p:sldId id="436" r:id="rId63"/>
    <p:sldId id="438" r:id="rId64"/>
    <p:sldId id="437" r:id="rId65"/>
    <p:sldId id="439" r:id="rId66"/>
    <p:sldId id="440" r:id="rId67"/>
    <p:sldId id="441" r:id="rId68"/>
    <p:sldId id="442" r:id="rId69"/>
    <p:sldId id="443" r:id="rId70"/>
    <p:sldId id="444" r:id="rId71"/>
    <p:sldId id="445" r:id="rId72"/>
    <p:sldId id="446" r:id="rId73"/>
    <p:sldId id="447" r:id="rId74"/>
    <p:sldId id="448" r:id="rId75"/>
    <p:sldId id="449" r:id="rId76"/>
    <p:sldId id="450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89A8A8-FAC4-46A1-8029-FA1F33A9A89D}">
          <p14:sldIdLst>
            <p14:sldId id="375"/>
            <p14:sldId id="376"/>
            <p14:sldId id="377"/>
            <p14:sldId id="378"/>
          </p14:sldIdLst>
        </p14:section>
        <p14:section name="04 Creating a New ArchiMate Model" id="{F649414F-4716-4DF5-9416-A24773F94DD4}">
          <p14:sldIdLst>
            <p14:sldId id="379"/>
          </p14:sldIdLst>
        </p14:section>
        <p14:section name="05 The Model Tree" id="{D9BB7177-C3C2-4255-92F8-84B535C83FDB}">
          <p14:sldIdLst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</p14:sldIdLst>
        </p14:section>
        <p14:section name="06 Views in Archi" id="{BFCED128-08C0-4FFC-8E63-E76280839A49}">
          <p14:sldIdLst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</p14:sldIdLst>
        </p14:section>
        <p14:section name="07 Viewpoints" id="{640B5C3D-8708-42AD-B570-3A79DCBA95E0}">
          <p14:sldIdLst>
            <p14:sldId id="420"/>
          </p14:sldIdLst>
        </p14:section>
        <p14:section name="08 The Properties Windows" id="{E49791E6-1F02-46D6-9327-1B8C8FB5C179}">
          <p14:sldIdLst>
            <p14:sldId id="421"/>
            <p14:sldId id="423"/>
            <p14:sldId id="422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</p14:sldIdLst>
        </p14:section>
        <p14:section name="09 The Navigator Windows" id="{2421EA9B-CC8D-47A2-8EED-3E099BC3B770}">
          <p14:sldIdLst>
            <p14:sldId id="433"/>
          </p14:sldIdLst>
        </p14:section>
        <p14:section name="10 The Visualizer Windows" id="{A32877F4-BC1D-4DF2-A7AB-F6DE5154D667}">
          <p14:sldIdLst>
            <p14:sldId id="434"/>
          </p14:sldIdLst>
        </p14:section>
        <p14:section name="11 The Hints Windows" id="{55ACA91F-47D3-416C-B81A-C6FB7922F965}">
          <p14:sldIdLst>
            <p14:sldId id="435"/>
          </p14:sldIdLst>
        </p14:section>
        <p14:section name="12 The Outline Windows" id="{657914DC-8CF3-49A9-BDD7-90CFC083E5F1}">
          <p14:sldIdLst>
            <p14:sldId id="436"/>
          </p14:sldIdLst>
        </p14:section>
        <p14:section name="13 Tools (Menu)" id="{7251F290-00DA-40B8-80B8-5197B2F8908B}">
          <p14:sldIdLst>
            <p14:sldId id="438"/>
            <p14:sldId id="437"/>
          </p14:sldIdLst>
        </p14:section>
        <p14:section name="14 Opening, Saving and Printing" id="{99C47E21-881E-400A-A34E-55836DBFBE5A}">
          <p14:sldIdLst>
            <p14:sldId id="439"/>
          </p14:sldIdLst>
        </p14:section>
        <p14:section name="15 Exporting and Importing the Model in CSV Format" id="{5024DF7D-71F1-4B58-B5C2-CC4E764A0131}">
          <p14:sldIdLst>
            <p14:sldId id="440"/>
          </p14:sldIdLst>
        </p14:section>
        <p14:section name="16 Importing Another Model into the Current Model" id="{C42B7A63-124D-4983-A3F4-7E092CCC0129}">
          <p14:sldIdLst>
            <p14:sldId id="441"/>
          </p14:sldIdLst>
        </p14:section>
        <p14:section name="17 The Open Group Exchange File Format" id="{CC3D4C34-86D5-413D-AA80-BFB0B4DCF6F8}">
          <p14:sldIdLst>
            <p14:sldId id="442"/>
          </p14:sldIdLst>
        </p14:section>
        <p14:section name="18 Reporting" id="{AA3492BF-DE8D-4678-8818-572DB505AA25}">
          <p14:sldIdLst>
            <p14:sldId id="443"/>
            <p14:sldId id="444"/>
          </p14:sldIdLst>
        </p14:section>
        <p14:section name="19 Templates" id="{702EA777-20EC-4DE9-899C-A977FAD3BA41}">
          <p14:sldIdLst>
            <p14:sldId id="445"/>
          </p14:sldIdLst>
        </p14:section>
        <p14:section name="20 Relationships in ArchiMate" id="{BBE2E786-B324-483F-A4AD-9FEB6F5AC0C8}">
          <p14:sldIdLst>
            <p14:sldId id="446"/>
          </p14:sldIdLst>
        </p14:section>
        <p14:section name="21 The Sketch View" id="{894C5B65-64E5-4256-B8A3-477B4B2AA390}">
          <p14:sldIdLst>
            <p14:sldId id="447"/>
          </p14:sldIdLst>
        </p14:section>
        <p14:section name="22 The Canvas Modeling Toolkit" id="{9960698C-9BB3-44ED-AEF8-74F4A9A4B1CA}">
          <p14:sldIdLst>
            <p14:sldId id="448"/>
            <p14:sldId id="449"/>
            <p14:sldId id="4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8A2C"/>
    <a:srgbClr val="262626"/>
    <a:srgbClr val="616A78"/>
    <a:srgbClr val="D87C1B"/>
    <a:srgbClr val="000000"/>
    <a:srgbClr val="1D7CB8"/>
    <a:srgbClr val="1D7CB9"/>
    <a:srgbClr val="626A78"/>
    <a:srgbClr val="B18B2C"/>
    <a:srgbClr val="DA7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3994" autoAdjust="0"/>
  </p:normalViewPr>
  <p:slideViewPr>
    <p:cSldViewPr snapToGrid="0">
      <p:cViewPr varScale="1">
        <p:scale>
          <a:sx n="64" d="100"/>
          <a:sy n="64" d="100"/>
        </p:scale>
        <p:origin x="234" y="2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23EFC-526B-4EF2-8A0A-F01C60CA2A67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2F06-F6ED-43C1-A86D-15B5F2AFD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8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38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F8A5-D0FA-3F93-3828-52BB1A1E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8541C-54D7-56A9-341F-7A7303D29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C36AE-34FD-3E2B-5B20-65822473F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405EC-C791-5D36-3A04-AFA58CE0E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5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5EEF-5203-823D-121B-645C19F4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76F7B-B561-252B-DADC-54F96A4ED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3BC56-8F11-CDC1-6BE9-33020C9C2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DA1D4-45B4-8FF7-9444-2D6141802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3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45F2C-9559-B46F-0116-9FE45983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A6C9E-249A-0422-2DA9-5CA953B2A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9EED3-A407-9A24-EE2D-7307EEC79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BB1E-1A2C-361B-2B95-27F49A78A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035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D25C-E426-AF3A-C5C9-36F25F93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7CD74-1157-3810-0CA8-BA446FCB8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E9EB5-9DD6-7F2F-3358-E3CB3AF9F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348C-65F3-415E-A65A-00613DF9C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72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A2AE-3B4A-11EB-944C-1D1442FD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92B57-A201-7B71-D29A-386593034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2F928-B555-9981-1065-C17AE913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78B39-25BB-4381-98FB-EA9DB40F3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9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5BD01-7083-43D9-D1AA-EB286042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440B2-6F08-3465-E9A9-069F56BD8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359DF-AF85-936F-E8C7-79798F8BF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ED5D6-5875-7E0E-3EC1-564EEBB0B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530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5193E-0B80-8A3D-EA5B-10BC1934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72C6E-2753-9EAB-BC09-AF2CFD7D6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395E0-045F-7186-9401-C4C37983D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42273-CB15-D588-5F5C-8079705AE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1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2E42-67C0-7A65-85DA-D94AD609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C7FD3-37AA-4F4E-9BBE-CA4A63BBC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21405-ADE9-FEF5-A949-D22FB254B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C1AEF-B506-1B3D-414F-840F8E076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50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5F2B-E0DB-1DF7-E858-8A1DF1D7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6BAC4-2AA6-C2D4-BF0F-E2E41B1DA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A698E-2C05-9432-266C-D11B1573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CC6E0-C2C8-5A78-325D-1116D059F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05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8763-77B9-5DAB-A648-8F1268BB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4EE18-C638-0C31-6D14-8E04E7CDC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283CE-ACE4-4387-485C-05D51E238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42DF9-D6E7-3536-3B70-998DEB657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06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30BF6-E72F-4EE9-D75D-3896CFA9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FD546-4A55-82BB-DC47-3044781FE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8764A-12B0-ECC1-C155-2A52BACA0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E5DDD-0CDB-6ACB-87E0-E4F354975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50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69D1-CA83-AEB9-DBED-B642353B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60F80-9389-BEDA-08EB-9F07B0F29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EB310-5E88-1C9B-FEA5-6E0B545BC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1DA87-C3A6-2F54-2178-7ED3E965E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491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BDB07-C866-B877-0BBE-68FA1436D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FD2A3-930A-4950-2481-5A59D1FE4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7156C-2A85-4100-5B7B-C762714B4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D8A25-E312-B694-DE18-05A99F1D8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45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85A09-8BDD-47DC-999A-7421305B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335EE-1785-3A5E-18A2-89468C187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2C0E3-B064-3E1D-B76B-C6B2D7D37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5667-D60F-E0CC-1971-D689BDDF7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51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9A30B-0A84-0A6B-47ED-79D57707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E58DA-32CA-89A0-0A66-470F74F29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8DAA3-B51D-5AC9-0BF0-9D1848550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84A28-22D1-1271-8C77-0E971EBCE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25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80BC-B23C-6ABE-9E15-A0A9DDBC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E56BD-9599-427F-C1BB-AE4C69979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AF2FE-41D6-CFB1-2E66-EA0513096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88099-47E4-6DC6-B316-67F549EF6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733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3ACD-B710-879A-89BC-FF891214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07B1D-BA9A-74CD-7958-2AF98FF81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1B796-CC33-80E5-412B-065210165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5FE20-2B68-D3E5-631E-109D12280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354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D067-E85A-7DD8-CE71-3BAF9159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9F38F-0707-A982-E1D9-875A6C87D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ADD2C-354D-7898-50B1-C176D0B32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E068C-0A59-53CC-7339-129A28FB5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72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20FD-91B1-E9EF-7AAD-88D2FCE3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C296F-865B-0CD8-F92B-4D740B402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289CF-40C2-7AB0-FCC7-A1A4D59D3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E7DFA-55B3-91B3-5961-234D15A6F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087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410CC-6CB8-03CE-CA8F-0AAD5C9C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3CAD3-E3C8-9915-18E6-48A2C83E2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3707C-E3DF-2D94-8CBC-F09E8DA84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52D54-F861-E2CA-C40D-5A9555B4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422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5A50-3143-98C9-B4A7-60442C59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82F9A-A7DC-A8BE-2492-21D61118C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D87BD-C449-163A-7CF0-2FF1489F2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7C92-E62E-A2B0-2C7F-E4BB44901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2200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2C72-0549-074C-06A5-CF03C8E1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F208A-E625-501A-502E-CE4818B1F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6A5D2-F838-A71C-8173-32DDD8364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36695-0110-E774-A24B-800A1D7CB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57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DDF4-4F66-03F9-8B10-CDC8D520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8EBC4-4ABA-DA9D-1FD9-CC034938D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A7B6D-F04C-6F63-11F6-7464B8479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790C0-BEBE-64C5-18F6-3CE09EA0A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46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40E1-6B40-1AD2-4025-929F2981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5A10F-D628-EE84-50F5-686A9BF4A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2D3B6-41B0-561F-9FD4-7EF7B1148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89463-DDCE-22E5-3FDE-5C33F814B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82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AD6CF-8A04-F67E-1CA0-1C8F1971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35EA1-31A6-50CB-9686-F35CAD89A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D5886-997A-B716-6114-DA2AED3AA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850F5-4B02-6F99-C00C-1FB084AB7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0900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B53-A220-AF6A-B3DF-2BF178B6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00DD7-80D9-1198-33D8-AB7D1DF4A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BEB0A-2E63-D33A-68D4-EA8C69793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99B28-466F-B100-AF4A-DB1AFD81D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30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A5A8-3378-B250-B823-E6B71EFA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2D1C7-4E7C-6DE1-E946-4CA689154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0C0DA-1BBB-8F47-DE2F-AAF5632EC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D44B7-E6C3-E276-5651-C5DCE4402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4658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5B2C6-B997-D698-2892-546DB07C0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BBF1F-7CAE-4297-73BE-7145EE693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9E3EF-2E23-62AB-7E74-757A3983B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8D2E5-AE74-8F84-B7B4-AB37D922C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684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AA44-36DE-8A72-2688-6E9B74532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54146-3619-F47A-018B-0525DF908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2CBE0-6508-4F16-0EB4-A66B61392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33FCE-3780-F453-3149-EED341223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9371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E3C99-B4F8-4829-E5C8-DD734E21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74B13-8981-5A6C-3696-558FD73A3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0BCFE-CD07-CBC7-D71D-3EF29FD6A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F4559-71BC-0523-353C-1C44ACCDD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9698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8E34-4586-3866-E059-D64CCB927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CFCCA-6AB7-0E16-F8E4-FCF57CF72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11769-A818-4444-D213-76C03F01C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EBEE7-3F90-2DA8-6686-A67D111FE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3803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2A84-7104-B2D9-CF90-5D8F6208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23CD4-791F-876D-7480-27C9A24D5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E1088-5349-C80B-A521-66DDE0C29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2FC47-EF57-3AD2-B9B7-8CFE6D308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089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7E4C-E9C1-FFF9-933D-9EDB25D3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A5D3A-18E4-92FD-9EA6-94D818A62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A581E-E5E2-66E7-E943-D0637BAB1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56348-6D49-ADFC-7D4B-BB33CB8DB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108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A7EF-25AB-C739-7A0D-78E6A393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F7D71-24F2-67C5-AD5B-C1A11ACD9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2267C-DD4A-F96C-4932-19DF6BDA7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A216D-84F3-FD29-7F47-12C540DB8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747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50F2-5926-71C2-0F39-EC916E3E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5C158-3C03-09CD-66D1-E2DECBB53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EA60B-6C2F-DDD5-B97F-8A907CC18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184E7-7019-ABBD-0874-3806D495D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222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1190-167C-DDC1-1B01-3AFE86831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BED79-AF2F-39AB-57F3-BF07581E2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2E657-280A-25B2-4714-E6F73CEE9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BA97A-1ECA-44DB-DAD1-FA0E35AB0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566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FBC0-371C-BAF4-A0C4-5F1D0034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7F9E4-3FB0-FE6B-DCAC-52A8ECF9B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7B78C-1E31-9650-F006-D0CF74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EB419-0015-AC15-0AF4-BA9270B48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2827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28F1-F5FB-4AAD-A407-AD3A52E8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48BDA-F185-0457-E441-D09FE1C55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CD05E-1076-D886-6D80-E4E31A0DD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D097D-86F5-E322-9170-5200BCAA2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713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DFBF-753C-2895-F242-31C1B2CB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8B01-5761-40B7-089D-FC46B8580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E3019-05A6-356B-440B-4139EEAFD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BE391-B850-3D9A-F00C-1524A2FE6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3164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BD9DC-3225-91DC-5A95-66716129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56A99-5AFD-06B3-D5F2-04B5A5622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060CD-E0C0-F6E8-2638-9D9FD585C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05BB7-60FF-DFB6-BA99-FCD7FA233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345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89CC0-F97B-A45F-C44F-9D5F2D88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5D483-048B-AE4A-FCD0-F506ADFBB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ACADB-8BF1-7061-877D-136E4F780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80D4C-7030-CDF8-58B6-95871C9CD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55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45F0-45DE-CF58-E4FA-238D1121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AB3DD-769B-2126-BB71-8C742E51C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2580C-4585-0E79-74D9-4C54EBE86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817EF-FC21-6315-1BE9-BD6608876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65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E8E7-0F6D-C9B0-BE1C-62648805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DFC4E-C98A-D266-F513-F9F074532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043E2-3A42-3DA7-5BBA-56C1BC2A3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6EDB8-FB8E-C7EA-825C-E3E433ED4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124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7752-15F2-93D6-AD4A-508D3497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9F9D0-2893-B41C-457E-D03290CEC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760A6-E8A6-64E1-CC8D-D753D9B7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EE09A-148D-3AE8-BA1B-E42C00049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61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7D44-EFC3-1434-EA8C-D5E97D0A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CF805-5A1F-35E3-6CB2-0FD41BFBA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462A6-1CAB-8BEF-97BC-935F664E5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D9B8-8078-2D42-61C9-D4529BA26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6957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4A35-C8BA-C001-0A8F-1C9CE2C9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4A6A1-FAB3-459B-38FB-F662F7569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F788-38BC-91C3-FC59-DC949ABDA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59251-8247-9BDE-B796-E58C92F5C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0657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329A7-B2D0-DD2F-A9C8-D1A464B2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D26BA-BD8A-18D9-2E3D-035B587BF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026FE-FDED-CA3D-CAFE-1DCBA1692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B30FF-635F-9F6F-DE7C-881AD33E0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3667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F3D6-6016-4DCE-F2F4-6C2871D5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BC9E8-C5A6-194A-BECA-9E40C5BDE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E5289-8DC7-A55E-6601-983160ED2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8B367-8828-428D-80F4-FA07844DB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3081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7B49E-FA2B-1920-7A5D-BD4271E96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B5315-088F-B7F9-6A29-30EDC2C86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031FD-84CF-23B6-4C2C-13B93D786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E7CBC-0403-1A0E-9248-3958E4204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2741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7465-F630-614E-7255-13361434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3B211-16B3-1EA1-F7F9-D42263B61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794F3-5B85-F984-A78A-37690BDC4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552DA-99A0-DB81-718D-DA4268DE5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813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5DB6B-059C-3F51-84BA-BAD505B5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1DB88-5125-69D9-D57A-B02D4692C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AEBDA-83D2-5D27-6DB2-7225BD37C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519AD-B061-52FB-A3EE-DFD283EE8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693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1360-649C-BABF-E076-72495B93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9C2BA-F783-3B58-7120-74A98F93B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AD2E3-50AC-C503-6195-24B70A95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E933E-0E78-341F-F332-253153FAE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717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2196-7BD5-9D03-6BB1-CC53D4A6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C087A-4B41-268A-0361-C8459CC78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3317A-CF54-A2E0-97F4-0BD0EE76D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A202E-F387-DFEB-4FF7-4234757E1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0706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5EB4-2F5B-16D1-AA30-2D98FA24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E1BC7-0E73-F03B-3BCE-FB8552B37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14EC8-54EE-4D70-C138-0AB435B01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963D8-981E-BACA-88C0-F4B71348D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4449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76E7-6DC1-C415-FD4B-7B5FD0F1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966ED-57A1-BE7A-143C-CC65A5B7F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2E214-3682-5DF6-ACA7-AC7269AE5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84B16-E11E-EDA0-E2CC-E4ABA4FAE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528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5F21-AE75-B8A0-E446-3829BC85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AD991-7AC8-8B64-9882-215ABCD0F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F46B8-04DD-28D5-D036-AB7CB105E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B9C7A-1D20-675C-2713-88B3913AB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864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23D1A-5D1D-22C0-F1F4-D8A45CEC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9E993-8616-99E8-64C7-E5AD799B3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27AC7-4E67-392B-A387-8B6224755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8191-1D53-04D0-DB36-4B66EBB2D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908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1727-F99C-CAE5-F5E5-1F797993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D9CA9-C130-333C-C7A7-99406ADA7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CA626-725C-69C2-F5BA-4ACECCA81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C3684-180E-BDD5-215C-DE07FF656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086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DE84-F743-752D-0030-6DE76D49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FDCCD-B921-6D53-9898-FB615820F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D2D1D-4C97-0C21-7612-6FC968BEA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D0F36-C2BE-F0AD-BC70-A89C45B54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247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9EF2E-FA87-72B3-C4B2-9EBFB339E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7AF1C-87AA-701B-BFA5-4E1D8F4D6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D8AF1-5240-91C1-D721-3882033E8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F30CA-4B0C-386A-6379-D692112AD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6029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56A07-C363-EFEA-61C7-2BE43CAA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FAEB0-FF2D-92F7-B106-76C5F5EE7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201DD-08E2-AC3D-1FC3-75201AFA3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62A31-61FE-684D-61BC-0701016F6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484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6268-483C-0C27-D96C-64F1E268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A511C-E530-C763-8440-92FA4BEE3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4AC23-B784-24CC-DEB2-0B659A5F5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53AA-36A5-605B-3AD2-F99A0A996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37007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8A17-2464-B4C0-DECB-18EB216B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A8FD8-89DF-CBC2-AC4B-9B7D6CA37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2EC20-656E-DAB8-5CF0-B500E8114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DA54-D2CD-7979-3E93-28820F245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368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D6B4-6DAE-763A-C011-09072F5B2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24855-1516-15CF-3D08-3BA967752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089FE-F6B5-CE89-F3DA-B9838C7C2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0904E-69FE-BC6E-342B-4B1F24485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33374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A703-D475-E1CA-7250-7EE7E7F0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88D59-C1D6-BFAE-39FD-8CADB1B3B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C329B-C2CE-A428-4B5A-FC72A6B87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74A89-2E70-5FF5-1280-14841F9CA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15687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3109-8CF5-A18C-1D51-DC5D53C38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C0BC3-CC43-33C5-55CE-B28FA3CE4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5E802-933C-329C-7449-CA1ECC513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225F4-3838-A367-CF21-F5C82B691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5477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E3E36-680E-1993-C133-05BF2886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962C1-B4AA-EBD3-2C0B-161EBA6D2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6C280-0AE8-9412-415C-E38B1EBB9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C34FC-0B01-E683-EF61-8FEA41ED3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4452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0A2C-7D52-0EEC-DC3C-48C83F0D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B8AB7-8B8D-79A5-8D84-3558AC132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AAF77-6980-B5A3-13B7-0C09BF4E5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74585-B0DF-5919-4053-F2D49A446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34904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3C51-0DB0-F880-23C9-BE8477AB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E4E46-1C52-542D-4A2B-5A529C972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36B9D-6E2B-F269-3604-46C93BD43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9C8E6-04B8-B62E-1ACE-48B1268F9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792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42EC-3B1E-1D0A-E61E-7D662431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9207E-5CE8-CA0B-8EF3-7859E1B87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4AC18-56E7-003E-6E21-E0755D28F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7CF0E-C73D-FAB3-7596-6AE57F007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8379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782F-BC66-FAA4-EDB1-6B0669C51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3AAA5-5A2E-4177-2E93-FF541CF36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CE35D-87E5-C93C-E433-3759CC0FC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AFA51-7AC3-0A68-A8EC-76F070AE3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7378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BC65-9592-E240-B6F6-2563987A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3F49D-CFFF-246E-43B0-7B315482D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8D1F-1B5B-65EE-3A0B-7D8E48F90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AA783-13AE-449C-EF85-2A6CF2C5D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3338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F0D9-40E4-06E9-A610-A71AFB29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88287-9809-D0FF-6182-6D88320CA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CDB63-B020-DAD1-92DD-786FB3330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6663F-8EAA-12D8-D6E2-4BB8D1AFB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085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017A-CAA8-2BA6-89EB-BD2272AC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8EFC6-AAFC-0976-5FF6-AE53F42F7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2243F-A646-B916-1E53-EC416720D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6CE09-4704-FFC8-FA70-3D3F7FB6B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40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D76D-1EAD-5B42-E0BB-1FCA1F65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B8F1B-2970-4B55-A085-DC4B64508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44FC4-0FCA-F899-D8EC-884C8F805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A2E46-BC1A-F363-F873-F30263020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06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1192D4-3DEB-49BB-8F09-91031D57C7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6224" cy="6858000"/>
          </a:xfrm>
          <a:solidFill>
            <a:schemeClr val="accent1"/>
          </a:solidFill>
        </p:spPr>
        <p:txBody>
          <a:bodyPr tIns="1280160" anchor="ctr">
            <a:noAutofit/>
          </a:bodyPr>
          <a:lstStyle>
            <a:lvl1pPr algn="ctr">
              <a:defRPr sz="2000"/>
            </a:lvl1pPr>
          </a:lstStyle>
          <a:p>
            <a:r>
              <a:rPr lang="en-US" dirty="0"/>
              <a:t>Click to insert image here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94C4FA-8597-7449-A0F1-38E8A1C6B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1018" y="1526016"/>
            <a:ext cx="12188952" cy="2031324"/>
          </a:xfrm>
          <a:solidFill>
            <a:schemeClr val="tx1">
              <a:lumMod val="85000"/>
              <a:lumOff val="15000"/>
              <a:alpha val="60000"/>
            </a:schemeClr>
          </a:solidFill>
        </p:spPr>
        <p:txBody>
          <a:bodyPr lIns="868680" tIns="91440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747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3">
            <a:extLst>
              <a:ext uri="{FF2B5EF4-FFF2-40B4-BE49-F238E27FC236}">
                <a16:creationId xmlns:a16="http://schemas.microsoft.com/office/drawing/2014/main" id="{63C9361F-F5AC-124A-A751-F276961C9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175" y="528629"/>
            <a:ext cx="10542707" cy="479900"/>
          </a:xfrm>
        </p:spPr>
        <p:txBody>
          <a:bodyPr lIns="0" tIns="0" rIns="0" bIns="0" anchor="t">
            <a:no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text</a:t>
            </a:r>
            <a:br>
              <a:rPr lang="en-US" dirty="0"/>
            </a:b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110C240-E84A-BB4D-911E-3069CAF91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176" y="1018950"/>
            <a:ext cx="10542706" cy="4799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title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B2370-69F6-454B-ACB1-3BCDAE4D8D5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75" y="1963738"/>
            <a:ext cx="7320225" cy="421798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85AAEB-729B-0E45-AA2A-8821D226E7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60220" y="3888618"/>
            <a:ext cx="2389094" cy="4799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BA4E48D-7640-4648-AD2A-35EB9295CC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60220" y="5322378"/>
            <a:ext cx="2389094" cy="8597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26946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-bleed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3">
            <a:extLst>
              <a:ext uri="{FF2B5EF4-FFF2-40B4-BE49-F238E27FC236}">
                <a16:creationId xmlns:a16="http://schemas.microsoft.com/office/drawing/2014/main" id="{3265DD9D-6018-7248-B068-226B5087E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175" y="528629"/>
            <a:ext cx="10540405" cy="479900"/>
          </a:xfrm>
        </p:spPr>
        <p:txBody>
          <a:bodyPr lIns="0" tIns="0" rIns="0" bIns="0" anchor="t">
            <a:no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text</a:t>
            </a:r>
            <a:br>
              <a:rPr lang="en-US" dirty="0"/>
            </a:br>
            <a:endParaRPr lang="en-US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2BB5A709-E25A-CC47-AE58-EC9F42EF12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176" y="1018950"/>
            <a:ext cx="10540404" cy="4799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title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B3087-49AA-480C-A462-1133A6E7C6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" y="2066536"/>
            <a:ext cx="12188951" cy="4800602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AF7B98-3554-234B-A9A0-828B8E3E86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066537"/>
            <a:ext cx="6096000" cy="4800604"/>
          </a:xfrm>
          <a:solidFill>
            <a:srgbClr val="262626">
              <a:alpha val="61961"/>
            </a:srgbClr>
          </a:solidFill>
        </p:spPr>
        <p:txBody>
          <a:bodyPr lIns="1920240" tIns="274320" anchor="ctr" anchorCtr="0">
            <a:normAutofit/>
          </a:bodyPr>
          <a:lstStyle>
            <a:lvl1pPr marL="0" indent="0" algn="l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  <a:p>
            <a:pPr lvl="0"/>
            <a:r>
              <a:rPr lang="en-US" dirty="0"/>
              <a:t>text style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0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667F-4D1E-EA4A-9BD5-F58C1A590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62621"/>
          </a:xfrm>
        </p:spPr>
        <p:txBody>
          <a:bodyPr lIns="0" tIns="0" anchor="t">
            <a:norm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A66A47-2551-47FC-AF11-56C9D8900AD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95600" y="2022680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6A8B312-3B12-4FB7-8207-99056B6249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07040" y="2022680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889AF3F-A262-4DE7-9C9F-D0730B47D91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895600" y="3470340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43E97BC8-22E4-3141-9608-84A945A42A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3470340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4D375CF-42E3-43DD-814F-AC643A2908F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895600" y="4922214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B752F2A-0251-4959-80B1-17743D2F9F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0" y="4922214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/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23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10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3">
            <a:extLst>
              <a:ext uri="{FF2B5EF4-FFF2-40B4-BE49-F238E27FC236}">
                <a16:creationId xmlns:a16="http://schemas.microsoft.com/office/drawing/2014/main" id="{40DEA294-B1C6-9E48-A990-C4FC916393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A9031-5DBD-4AD9-9381-7F3F67DD857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38200" y="2540000"/>
            <a:ext cx="3043238" cy="271145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9751D94-3DF3-A241-B368-55DC9BEF38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197" y="4634096"/>
            <a:ext cx="3042684" cy="617685"/>
          </a:xfrm>
          <a:solidFill>
            <a:schemeClr val="accent4">
              <a:alpha val="90000"/>
            </a:schemeClr>
          </a:solidFill>
        </p:spPr>
        <p:txBody>
          <a:bodyPr lIns="91440" tIns="9144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B5A1782-324D-4E6F-B70F-B4AAAF5BE28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600994" y="2540000"/>
            <a:ext cx="3043238" cy="271145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02C2A04-A4DF-194D-9BF0-98BDCA834A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01548" y="4634097"/>
            <a:ext cx="3042684" cy="617685"/>
          </a:xfrm>
          <a:solidFill>
            <a:schemeClr val="accent2">
              <a:alpha val="90000"/>
            </a:schemeClr>
          </a:solidFill>
        </p:spPr>
        <p:txBody>
          <a:bodyPr lIns="91440" tIns="9144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948B0B4-59DD-4F57-BC4D-AD690F1F9A8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310557" y="2540000"/>
            <a:ext cx="3043238" cy="271145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10F1566-2F10-C94E-A440-3BE6863E41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1111" y="4636714"/>
            <a:ext cx="3042684" cy="617685"/>
          </a:xfrm>
          <a:solidFill>
            <a:schemeClr val="accent3">
              <a:alpha val="90000"/>
            </a:schemeClr>
          </a:solidFill>
        </p:spPr>
        <p:txBody>
          <a:bodyPr lIns="91440" tIns="9144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/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07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3">
            <a:extLst>
              <a:ext uri="{FF2B5EF4-FFF2-40B4-BE49-F238E27FC236}">
                <a16:creationId xmlns:a16="http://schemas.microsoft.com/office/drawing/2014/main" id="{61830361-A194-9F4E-999F-05BDD53E56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09F5E-ECB4-4608-BAD6-3C0B906FBC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68500" y="1780031"/>
            <a:ext cx="3225800" cy="393020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31456E2-715C-4D0E-AEC1-EDCEF7EFE17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997700" y="1779475"/>
            <a:ext cx="3225800" cy="393020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/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44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6BEBC398-0B32-5D4C-8F8E-8DA17BC07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2D11-D0BD-46AC-942A-A7F84C34C1C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199" y="1780031"/>
            <a:ext cx="10537683" cy="457631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317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269070-4807-43E2-A9DF-90767C93C7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207239" cy="6858000"/>
          </a:xfrm>
          <a:solidFill>
            <a:schemeClr val="accent1"/>
          </a:solidFill>
        </p:spPr>
        <p:txBody>
          <a:bodyPr tIns="2560320" anchor="ctr">
            <a:no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 here</a:t>
            </a:r>
          </a:p>
          <a:p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95A5A22-1295-5A4C-BEED-CDAAB6B38D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1574" y="-11151"/>
            <a:ext cx="12207240" cy="3429000"/>
          </a:xfrm>
          <a:solidFill>
            <a:srgbClr val="262626">
              <a:alpha val="61961"/>
            </a:srgbClr>
          </a:solidFill>
          <a:ln>
            <a:noFill/>
          </a:ln>
        </p:spPr>
        <p:txBody>
          <a:bodyPr lIns="868680" tIns="2057400" bIns="9144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exit master text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EBD28-F38A-B644-853D-75CBD6A9F7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5847"/>
            <a:ext cx="10515600" cy="1062232"/>
          </a:xfr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6C998-067D-F24C-8880-399DE7EC60CF}"/>
              </a:ext>
            </a:extLst>
          </p:cNvPr>
          <p:cNvSpPr txBox="1"/>
          <p:nvPr userDrawn="1"/>
        </p:nvSpPr>
        <p:spPr>
          <a:xfrm>
            <a:off x="3340444" y="5935091"/>
            <a:ext cx="5511112" cy="52322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65470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FD44-3E18-544B-BBAC-DCBF5F125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9494"/>
            <a:ext cx="10515600" cy="911595"/>
          </a:xfr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69AB53E-6566-42B1-A87A-589EE239D5A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75" y="1963738"/>
            <a:ext cx="6759223" cy="421798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 here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D3509C8-7877-6946-8CE5-00F7B9552E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32800" y="3725227"/>
            <a:ext cx="2919113" cy="183531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16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6EC1DFF-6B7A-4C4C-9BDC-76D1FE8DD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32800" y="5692068"/>
            <a:ext cx="2919113" cy="53275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53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2E6D3-9558-45D3-9914-1F3B0A5BDC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88952" cy="6858000"/>
          </a:xfrm>
          <a:solidFill>
            <a:schemeClr val="accent1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 or graphic here</a:t>
            </a:r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DF58130-BFA9-C64B-9400-27CEC7444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966" y="2338086"/>
            <a:ext cx="10541219" cy="2164466"/>
          </a:xfrm>
        </p:spPr>
        <p:txBody>
          <a:bodyPr lIns="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9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DDE9C-955A-40E0-AEDB-57EE5B37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092AA-470A-438D-B06A-389D4965D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C0FCC-269D-49E4-B1A8-2F5D9EEA5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7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78" r:id="rId4"/>
    <p:sldLayoutId id="2147483679" r:id="rId5"/>
    <p:sldLayoutId id="2147483680" r:id="rId6"/>
    <p:sldLayoutId id="2147483682" r:id="rId7"/>
    <p:sldLayoutId id="2147483687" r:id="rId8"/>
    <p:sldLayoutId id="2147483686" r:id="rId9"/>
    <p:sldLayoutId id="214748368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3.png"/><Relationship Id="rId4" Type="http://schemas.openxmlformats.org/officeDocument/2006/relationships/hyperlink" Target="https://www.pcbbuy.com/news/What-is-Manhattan-Routing-in-PCB-Manufacturing-Process.html#:~:text=Manhattan%20routing%20is%20a%20PCB%20routing%20strategy.%20You,vertical%20traces%20are%20used%20on%20the%20horizontal%20layer.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reflectionary.org/2023/06/05/every-viewpoint-is-a-view-from-point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1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8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9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7913F9A8-5859-8441-9D34-EA6DF53BAF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019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60E6CE8-7AB6-B54A-8434-8F730542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19" y="1101314"/>
            <a:ext cx="7781251" cy="2031324"/>
          </a:xfrm>
        </p:spPr>
        <p:txBody>
          <a:bodyPr/>
          <a:lstStyle/>
          <a:p>
            <a:r>
              <a:rPr lang="en-US" dirty="0"/>
              <a:t>Archi® Tool Tutorial base on User Guide 5.6.0</a:t>
            </a:r>
          </a:p>
        </p:txBody>
      </p:sp>
      <p:pic>
        <p:nvPicPr>
          <p:cNvPr id="3" name="Picture 2" descr="A hand pointing at a screen&#10;&#10;AI-generated content may be incorrect.">
            <a:extLst>
              <a:ext uri="{FF2B5EF4-FFF2-40B4-BE49-F238E27FC236}">
                <a16:creationId xmlns:a16="http://schemas.microsoft.com/office/drawing/2014/main" id="{7F962AC6-0452-C007-9BBA-3A987C305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08" y="2301643"/>
            <a:ext cx="4414714" cy="4414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B964CA-5464-90C5-5354-BFDA90148702}"/>
              </a:ext>
            </a:extLst>
          </p:cNvPr>
          <p:cNvSpPr txBox="1"/>
          <p:nvPr/>
        </p:nvSpPr>
        <p:spPr>
          <a:xfrm>
            <a:off x="129110" y="130236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681CB-770D-0A31-2085-902490D9722E}"/>
              </a:ext>
            </a:extLst>
          </p:cNvPr>
          <p:cNvSpPr txBox="1"/>
          <p:nvPr/>
        </p:nvSpPr>
        <p:spPr>
          <a:xfrm>
            <a:off x="2294959" y="286071"/>
            <a:ext cx="2993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Opening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F8014-79E8-1B72-E0F2-5FEF855BB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059" y="3545572"/>
            <a:ext cx="3244987" cy="13940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32DAE5-ECB5-3B67-F681-9E4442907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4836" y="0"/>
            <a:ext cx="4319542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171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60AB-48F1-FA7E-CEBC-7C340AA7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3BE60D1D-6A94-3D4E-F278-7BB045619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D47A94C-4F6D-6BBB-AF56-4D12EAE3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C4AF7-9CA1-E28D-C5D7-2FD8F04675D8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7D0B6-126F-E463-FD31-F5AF361CF5A6}"/>
              </a:ext>
            </a:extLst>
          </p:cNvPr>
          <p:cNvSpPr txBox="1"/>
          <p:nvPr/>
        </p:nvSpPr>
        <p:spPr>
          <a:xfrm>
            <a:off x="81440" y="2353369"/>
            <a:ext cx="6406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CH01 Introduction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969F5-84BD-B2AD-5C39-AAE6AE64328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172469" y="1321762"/>
            <a:ext cx="5727732" cy="54039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2B4C03-7932-98A4-DDF5-5B45A5938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35" y="3652016"/>
            <a:ext cx="4693983" cy="2845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E7B528-3FB4-88A7-64D1-0809421D2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660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6D43-7180-5199-A6F6-F50DA0B3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6A38FB20-BBC5-804D-9C6F-0C285282E0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978413E-5378-FC05-2924-5BC0F653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3EED2-E139-8685-2312-5E02175A20A6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C74F3-C354-997F-9817-A48B09E22979}"/>
              </a:ext>
            </a:extLst>
          </p:cNvPr>
          <p:cNvSpPr txBox="1"/>
          <p:nvPr/>
        </p:nvSpPr>
        <p:spPr>
          <a:xfrm>
            <a:off x="81440" y="2353369"/>
            <a:ext cx="6406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CH02 Installing</a:t>
            </a:r>
            <a:r>
              <a:rPr lang="zh-CN" altLang="en-US" sz="5400" b="1" dirty="0">
                <a:solidFill>
                  <a:schemeClr val="bg1"/>
                </a:solidFill>
              </a:rPr>
              <a:t> </a:t>
            </a:r>
            <a:r>
              <a:rPr lang="en-US" altLang="zh-CN" sz="5400" b="1" dirty="0">
                <a:solidFill>
                  <a:schemeClr val="bg1"/>
                </a:solidFill>
              </a:rPr>
              <a:t>and</a:t>
            </a:r>
            <a:r>
              <a:rPr lang="zh-CN" altLang="en-US" sz="5400" b="1" dirty="0">
                <a:solidFill>
                  <a:schemeClr val="bg1"/>
                </a:solidFill>
              </a:rPr>
              <a:t> </a:t>
            </a:r>
            <a:r>
              <a:rPr lang="en-US" altLang="zh-CN" sz="5400" b="1" dirty="0">
                <a:solidFill>
                  <a:schemeClr val="bg1"/>
                </a:solidFill>
              </a:rPr>
              <a:t>Launching Archi</a:t>
            </a:r>
            <a:endParaRPr lang="en-US" sz="54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76D2A-5E65-4F25-4014-74597A2532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802374" y="1163772"/>
            <a:ext cx="6080492" cy="55281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E56782-993F-354A-DB8D-B2DF18694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817" y="4121552"/>
            <a:ext cx="3144345" cy="2654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E7A1AB-F5AE-B353-E9A8-52970F98B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0172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2D1F-15EB-7F07-9719-AE4F4379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A0C9F6F1-EC0E-1191-BE5C-1D85044CD5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88B9E52-5E65-AB20-3908-7D084C02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DCB26-1156-1337-B844-EF2B50C27152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1E288-9AD4-E423-AD43-66707E53B4F2}"/>
              </a:ext>
            </a:extLst>
          </p:cNvPr>
          <p:cNvSpPr txBox="1"/>
          <p:nvPr/>
        </p:nvSpPr>
        <p:spPr>
          <a:xfrm>
            <a:off x="81440" y="2353369"/>
            <a:ext cx="64061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CH03 </a:t>
            </a:r>
            <a:r>
              <a:rPr lang="en-US" altLang="zh-CN" sz="5400" b="1" dirty="0">
                <a:solidFill>
                  <a:schemeClr val="bg1"/>
                </a:solidFill>
              </a:rPr>
              <a:t>Working in Archi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Windows and Tabs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Undo/Redo *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Cheat Sheets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Getting Help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D15693-AA1D-39CE-EE09-5E5582312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C1072-01B5-9BE6-9CEB-7743244B64E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68087" y="1179004"/>
            <a:ext cx="6075685" cy="5596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7F08E0-446A-4FC9-39EC-F791B259F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1509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BF33-0BF4-8B0B-CECA-98B3E61A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97D90FD2-7F2B-6A67-3625-34FFE2E79EF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08E6C81-A949-13E3-3D32-54E86528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0A2CD-407E-AF6A-940C-81C57ED950E1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3000B-BCA7-D53E-D4C8-1290E6538FE4}"/>
              </a:ext>
            </a:extLst>
          </p:cNvPr>
          <p:cNvSpPr txBox="1"/>
          <p:nvPr/>
        </p:nvSpPr>
        <p:spPr>
          <a:xfrm>
            <a:off x="81440" y="2353369"/>
            <a:ext cx="64061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CH04 </a:t>
            </a:r>
            <a:r>
              <a:rPr lang="en-US" altLang="zh-CN" sz="5400" b="1" dirty="0">
                <a:solidFill>
                  <a:schemeClr val="bg1"/>
                </a:solidFill>
              </a:rPr>
              <a:t>Creating a New ArchiMate Model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321BA3-D0CC-5AE9-CD47-66889BE0B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60110C-3000-1EA0-7980-A1CDA17B142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672747" y="1165525"/>
            <a:ext cx="6171293" cy="5562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564A85B-58C7-D9A6-EE8F-755E48E4C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0473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C62B-15C7-3970-7A1F-4F57FCF1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397AC15-2A85-98D9-F981-AABC884030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AAE12CA-AB31-E212-0FED-52BABF1C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54D02-DE06-40A2-76B4-903A72584133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D4E30-CC32-960D-1196-64A333F8F606}"/>
              </a:ext>
            </a:extLst>
          </p:cNvPr>
          <p:cNvSpPr txBox="1"/>
          <p:nvPr/>
        </p:nvSpPr>
        <p:spPr>
          <a:xfrm>
            <a:off x="81440" y="2353369"/>
            <a:ext cx="58655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05.01 Adding Elements to the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05.04.01 Drag and Drop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D434B9-7CA5-9B44-67D1-EEB7AD031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0BAEC2-7510-2F87-F671-693753D1650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46955" y="1381811"/>
            <a:ext cx="6091032" cy="4864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72BEDDD-0857-4CD9-3827-4439DBDF2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48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B1D2-7523-9A3A-1341-DACE5C67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789C77E1-78F8-65E9-D7EA-3A4346064C7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E0C8624-423C-D078-5F58-2F912CA93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95EF0-340D-5508-425A-9096E11148BD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340D8-5560-E493-5D1A-4C49A6B4D3B2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05.02 Specialized Elements in the “New” Menu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15C8EB-3272-832F-FCF8-D89B6D1B1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1239A2-423C-8917-53ED-25674E13C91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89072" y="1213421"/>
            <a:ext cx="5750784" cy="5423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D2AA72-5B1C-23FC-3019-22D6D24F6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1227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318A0-8182-EF23-ABC9-AFFE6669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058135BF-3E96-D46B-A5FE-D1F67A54239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F038C84-FEE6-46A8-F8A3-A1B4262D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30EC2-FEC0-CACF-5254-D946289E6A42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CF7B1-F9A4-DAE7-8B96-2581AD5E3D3C}"/>
              </a:ext>
            </a:extLst>
          </p:cNvPr>
          <p:cNvSpPr txBox="1"/>
          <p:nvPr/>
        </p:nvSpPr>
        <p:spPr>
          <a:xfrm>
            <a:off x="81440" y="2353369"/>
            <a:ext cx="62524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05.03 Folders and Organization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05.03.01 User Sub-Folders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8FFAAD-3B84-B0C8-3700-681966613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F13406-79E4-2193-963B-613C63117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35" y="4825557"/>
            <a:ext cx="2086266" cy="1705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BD9548-DF95-2C43-C07F-DEC438F9E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1336" y="4826962"/>
            <a:ext cx="2725151" cy="17038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1AB305-C020-5876-77F6-A7ADF6BDDE4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6440114" y="1156858"/>
            <a:ext cx="5313950" cy="55709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39C21A-4F6D-E5BE-917D-4635CBF7B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3133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43A3-2E89-55FF-D385-D9086907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C3779BED-976A-7570-6978-BA76963FB60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0F0660DD-30C5-E298-F082-178810CD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6C9CC-AC47-D3A9-F340-34A97FDAC582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1BFF0-226B-850B-4C24-54DAE5B6FE7F}"/>
              </a:ext>
            </a:extLst>
          </p:cNvPr>
          <p:cNvSpPr txBox="1"/>
          <p:nvPr/>
        </p:nvSpPr>
        <p:spPr>
          <a:xfrm>
            <a:off x="81440" y="2353369"/>
            <a:ext cx="625241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05.04 Working in Model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05.04.01 </a:t>
            </a:r>
            <a:r>
              <a:rPr lang="en-US" altLang="zh-CN" sz="2400" b="1" dirty="0">
                <a:solidFill>
                  <a:schemeClr val="bg1"/>
                </a:solidFill>
              </a:rPr>
              <a:t>Drag</a:t>
            </a: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and</a:t>
            </a: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Drop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05.04.02 Cut and Paste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05.04.03 Deleting Objects from the Model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05.04.04 Renaming and Object in the Model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05.14.05 </a:t>
            </a:r>
            <a:r>
              <a:rPr lang="en-US" altLang="zh-CN" sz="2400" b="1" dirty="0">
                <a:solidFill>
                  <a:schemeClr val="bg1"/>
                </a:solidFill>
              </a:rPr>
              <a:t>Duplicating an Element or View in the Model Tree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A2A3CC-7740-1D74-F4DC-798A8DB0D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786F14-7588-2DA7-1E8D-52953B38243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475018" y="1200421"/>
            <a:ext cx="5485853" cy="54538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D93D68-80BE-9ED9-BFCD-33415F0BB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1959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A6C1-0EBD-F6B4-AB91-7AFD1D29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AC4F893B-4D33-5D42-5262-B56E05DF82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A8CDE64-2DDF-A448-B795-99311D7F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5CD34-C8FC-FE8C-AED9-5DDCE7CDCEA6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B8D9B-BB98-4C8C-29AE-A01B5EA7472F}"/>
              </a:ext>
            </a:extLst>
          </p:cNvPr>
          <p:cNvSpPr txBox="1"/>
          <p:nvPr/>
        </p:nvSpPr>
        <p:spPr>
          <a:xfrm>
            <a:off x="81440" y="2353369"/>
            <a:ext cx="62524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05.05 Changing an Object’s ArchiMate Concept Type in the Model Tree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26A5B9-2DC7-81A9-8140-B717AE67B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FCA69D-A001-A525-C1C0-8D7FAC91EF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11098" y="1150577"/>
            <a:ext cx="5954434" cy="55449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3B7703-E719-0399-4B47-F9978A183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4062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E617-840D-11D9-A52C-710089A7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4201F6B9-03EA-5937-7713-76CA3654DCB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1A1403B-AC7F-C45A-6A33-02DBA8B0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4BEE-B63D-6E96-56BD-A566BB82B313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38396-81AF-5825-EDF9-E9BAF5BB126D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05.06 </a:t>
            </a:r>
            <a:r>
              <a:rPr lang="en-US" altLang="zh-CN" sz="3600" b="1" dirty="0">
                <a:solidFill>
                  <a:schemeClr val="bg1"/>
                </a:solidFill>
              </a:rPr>
              <a:t>Editing Properties for an Object in the Model Tree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C48DC8-E65C-059A-3664-3DB004946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517B3D-856B-4C6F-18AB-8E782D77DF2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32440" y="1152524"/>
            <a:ext cx="5794089" cy="5575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483CA2-6AF9-44A6-94F2-D7A9FCA54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6456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693E-A1E1-E9F6-3F05-6BFC56C2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AC74F456-4C5D-E90C-D295-D2BB0DDB04F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8F9EF706-2411-1F0D-C6A5-07525AEC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1647B-7AC2-D128-205D-B6A80803C786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F3A78-B8F0-73E8-7B45-91E160D11204}"/>
              </a:ext>
            </a:extLst>
          </p:cNvPr>
          <p:cNvSpPr txBox="1"/>
          <p:nvPr/>
        </p:nvSpPr>
        <p:spPr>
          <a:xfrm>
            <a:off x="81440" y="2353369"/>
            <a:ext cx="6252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05.07 Concepts in the Model Tree and Views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786EDB-DCC3-0CB6-3D4D-0B40A354B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92779F-20BC-1707-D460-EDDDA9955E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65649" y="1200420"/>
            <a:ext cx="5695875" cy="5559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1FA923-A563-4BA5-7661-7610AEDF4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8070" y="4375010"/>
            <a:ext cx="1790950" cy="23625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EACEBA-B4E5-8A75-6007-67E208461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66516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685E-7E6B-09B2-09FD-CDAD67AD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6FE5317E-B2F1-F15E-6821-53D155B4559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61C231B-5C96-9190-6656-594E4744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605129-BCED-3634-71C1-40312DE02A2A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F5D03-E846-BF9C-12D2-93FDC589EA2B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05.08 Synchronizing Selections in the Model Tree and a View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100BDC-58C0-85A3-608C-EB904DF71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3234B5-3D71-677B-795C-3FC5A9331F5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84770" y="1161669"/>
            <a:ext cx="5828758" cy="56142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BB3952-2818-FC3E-8F7C-A2B74277C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5331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3753-242B-10FA-F626-ECF56E77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47D4CDE-7DD2-B98A-D2E0-84CE1F8B6AB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9696A72-4587-F88D-08D1-8CC210E1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C2454-C29F-799E-E807-8EA853DCD290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4DE9C-4B63-3433-2F01-75EABA637C92}"/>
              </a:ext>
            </a:extLst>
          </p:cNvPr>
          <p:cNvSpPr txBox="1"/>
          <p:nvPr/>
        </p:nvSpPr>
        <p:spPr>
          <a:xfrm>
            <a:off x="81440" y="2353369"/>
            <a:ext cx="625241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05.09 Drill Down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ED738F-7D72-B399-2F12-78F289A82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48A35C-86CC-AC93-3632-5FB63A52F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1543" y="3945545"/>
            <a:ext cx="1995406" cy="19954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0286B4-A3F9-F05E-039F-77313B6F350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060004" y="1199095"/>
            <a:ext cx="5688519" cy="5492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EEDEBC-6D08-EA0B-447E-1969CA040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0946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89F5-6718-833F-85E7-6F7D6921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09E0B0F0-9D3F-9623-11AE-804C07659B4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F360AB1-390C-A8CC-F7E6-E355B703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DF4A9-556A-8EE9-035A-984261E007A6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D8D04-2D2D-E081-9C85-E01762998788}"/>
              </a:ext>
            </a:extLst>
          </p:cNvPr>
          <p:cNvSpPr txBox="1"/>
          <p:nvPr/>
        </p:nvSpPr>
        <p:spPr>
          <a:xfrm>
            <a:off x="81440" y="2353369"/>
            <a:ext cx="625241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05.10 Hiding Folders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229DB6-51E0-BD34-54C2-BE4007978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2B7D58-EC11-3D0A-672F-EFC00FC9EFF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217335" y="1246112"/>
            <a:ext cx="5652530" cy="5362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E2BDDE-FF38-EA4C-F5E2-DD06F6E12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085" y="4535440"/>
            <a:ext cx="1634412" cy="12353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3C55E6-635A-57B2-9942-995BEEB7A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4535440"/>
            <a:ext cx="1425361" cy="12163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A615FDC3-797F-24DB-855C-0E6601079B9B}"/>
              </a:ext>
            </a:extLst>
          </p:cNvPr>
          <p:cNvSpPr/>
          <p:nvPr/>
        </p:nvSpPr>
        <p:spPr>
          <a:xfrm>
            <a:off x="2594624" y="4827282"/>
            <a:ext cx="579654" cy="610759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FADA6-2929-F475-0A57-0AC10CC3E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974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9D68-E39E-9FC0-CB2F-CDBB48EF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49BB8A00-CD03-E228-0ADC-577DDBF83BB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116B9F5C-9567-0932-9ADB-287202DB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BC7DA-044E-D0E0-016C-4DF250133278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16571-F088-0B38-60B0-C0CB6D1FECC9}"/>
              </a:ext>
            </a:extLst>
          </p:cNvPr>
          <p:cNvSpPr txBox="1"/>
          <p:nvPr/>
        </p:nvSpPr>
        <p:spPr>
          <a:xfrm>
            <a:off x="81440" y="2353369"/>
            <a:ext cx="62524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05.11 Searching and Filtering in the Model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05.11.01 </a:t>
            </a:r>
            <a:r>
              <a:rPr lang="en-US" altLang="zh-CN" sz="2400" b="1" dirty="0">
                <a:solidFill>
                  <a:schemeClr val="bg1"/>
                </a:solidFill>
              </a:rPr>
              <a:t>Filtering Object Types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05.11.02 Filtering User Properties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05.11.03 Filtering Specializations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04C235-29BA-58CE-32CB-F6DAA96AC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1F45D4-A847-9E63-8898-BDB8DCCB3F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96000" y="1246112"/>
            <a:ext cx="5665524" cy="536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87FB96-1CD4-06E7-CE03-5688C7591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48052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35C6-6698-D950-63D0-9540DA06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29CA17D0-950B-2393-8032-E8261201595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857B028-2F87-F388-6F6C-849ADC6C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1AB16-ECC6-D3D3-1EA5-692C7661812B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65643-3B42-D57C-4957-0B3A04DFC8B7}"/>
              </a:ext>
            </a:extLst>
          </p:cNvPr>
          <p:cNvSpPr txBox="1"/>
          <p:nvPr/>
        </p:nvSpPr>
        <p:spPr>
          <a:xfrm>
            <a:off x="81440" y="2353369"/>
            <a:ext cx="62524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05.11 Searching and Filtering in the Model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05.11.04 Show All Folders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05.11.05 Match Case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05.11.06 Match Regular Expression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A195F4-D235-DC6E-F00D-0BD969182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CF1395-160D-D782-4B27-918E08B1CF8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333856" y="1191527"/>
            <a:ext cx="5471005" cy="5536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CD3EE3-ED9B-5E3E-AAC6-12EBD2878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6549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0D88-B8B4-7CBD-8A1A-3E12C319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AE3F5CD1-5D81-A24F-6509-7B30EF4476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FEDE1BF-26D3-1D10-D187-F353390F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68D91-34AA-7113-144A-D0FC7FD9C05E}"/>
              </a:ext>
            </a:extLst>
          </p:cNvPr>
          <p:cNvSpPr txBox="1"/>
          <p:nvPr/>
        </p:nvSpPr>
        <p:spPr>
          <a:xfrm>
            <a:off x="106258" y="917049"/>
            <a:ext cx="1916371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87E35-C93A-1FDA-A4B4-1F742E180197}"/>
              </a:ext>
            </a:extLst>
          </p:cNvPr>
          <p:cNvSpPr txBox="1"/>
          <p:nvPr/>
        </p:nvSpPr>
        <p:spPr>
          <a:xfrm>
            <a:off x="81440" y="2353369"/>
            <a:ext cx="62524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CH05 Model Tree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05.11 Searching and Filtering in the Model Tree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05.11.07 Reset Filters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05.11.08 Find and Replace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68D5D2-65B7-2697-4973-99786F3EB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23CA1-CE8B-1B6F-8159-D21207FC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67435" y="1174192"/>
            <a:ext cx="5889429" cy="5553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0F895B-8E10-0737-2909-C9CFE13F9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84712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CD1C5-0612-6B26-E324-79DF93D3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574B4F97-5E6A-3CDD-4481-6078026FD4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5EE49EA-A11B-5263-6E3A-3916261FE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7F6F8-A6AA-DC8B-1EF9-1658E8DAB2AB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8F54B-C414-49EC-87C6-578382B09A40}"/>
              </a:ext>
            </a:extLst>
          </p:cNvPr>
          <p:cNvSpPr txBox="1"/>
          <p:nvPr/>
        </p:nvSpPr>
        <p:spPr>
          <a:xfrm>
            <a:off x="81440" y="2353369"/>
            <a:ext cx="62524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06.01 Opening a 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06.02 Creating a New 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06.03 Working with Views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7D0E30-6587-418D-9895-887E770D3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09EF83-E173-84C4-78F9-7815F4BF7EA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333856" y="1246112"/>
            <a:ext cx="5546803" cy="5370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64F98B-7C4A-2FD9-0857-2ED0A3BB2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58969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105A7-04C0-6B4F-B62F-2EC84D98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C24D1A1C-609E-2AE5-E967-E6AD45667E2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3C79DBD-4562-91C5-C25C-61364F04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8B3AA-DC79-E8DF-D4B1-F3BA6495CFC5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C2B72-DC21-AEE3-68A7-F93178111114}"/>
              </a:ext>
            </a:extLst>
          </p:cNvPr>
          <p:cNvSpPr txBox="1"/>
          <p:nvPr/>
        </p:nvSpPr>
        <p:spPr>
          <a:xfrm>
            <a:off x="81440" y="2353369"/>
            <a:ext cx="625241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06.04 Navigating a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Panning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Using Keyboard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Auto-Scrolling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Zooming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Find and Replace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6A4972-9DB9-6B15-B806-77BAD5B5C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FD07B-77A8-18D5-2C66-618858CC230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205659" y="1217754"/>
            <a:ext cx="5717990" cy="5460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842599-2B1C-3608-DFAF-A79A95833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47095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CE8F-F155-1138-9A78-58436B0B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3A107A59-19C4-5B9E-5D39-AC37DAA2628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7B73BF0-334D-0068-C1EF-BE1CEB4C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E9EC3-BC96-2191-63FF-CF842DB08096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1369B-57C2-4533-CF5C-F445AA7F5962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06.05 The Palette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06.06 Specialized Concepts in Palette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905317-F048-C2AD-857F-B50B5256F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2BC4D6-E161-2F62-DCBF-3A48DE673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588" y="3518445"/>
            <a:ext cx="1166412" cy="3209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677F6D-84CC-107D-E506-81302E7BD45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401835" y="1200194"/>
            <a:ext cx="5335545" cy="55275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13103-9923-4B06-4D01-1E6780156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38635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244BA-7B32-D814-1E98-03B5A8C1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8316A3A0-9EF9-89DB-92EF-FDAC0F1AAF8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502DB5C-8AF2-CD3B-6E80-C09C60D7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426D7-39D6-C793-9926-4A86D4D82781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E09F8-7AF0-921E-5C0E-3F8E556FBACB}"/>
              </a:ext>
            </a:extLst>
          </p:cNvPr>
          <p:cNvSpPr txBox="1"/>
          <p:nvPr/>
        </p:nvSpPr>
        <p:spPr>
          <a:xfrm>
            <a:off x="81440" y="2353369"/>
            <a:ext cx="6252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06.07 The Detached Palette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60ED2-7023-AB9E-5B50-C74AF62E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A34B00-E227-0B3D-B48F-9203CDB81E8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56709" y="1282760"/>
            <a:ext cx="5977166" cy="5302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F8AF4D-6F7F-522B-B111-54A905916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5370" y="4087451"/>
            <a:ext cx="2314898" cy="23815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CD5C208-7EBD-8416-B3BF-4E1A40EA0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74109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B40C-C10E-1FCD-701E-CD4F0187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283C5D57-51A1-FE44-6946-25A017D7395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E7872FB-D811-43D0-8AF2-E5D722E9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FC91B-E91A-0B22-1667-5DD96AE2C4F7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2A169-4023-0957-B85A-5FE4FF680362}"/>
              </a:ext>
            </a:extLst>
          </p:cNvPr>
          <p:cNvSpPr txBox="1"/>
          <p:nvPr/>
        </p:nvSpPr>
        <p:spPr>
          <a:xfrm>
            <a:off x="81440" y="2353369"/>
            <a:ext cx="6252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06.08 Palette Selection Tools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9FD2A0-F128-9F76-CF61-C181837BC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7BC2E1-E4F0-6AC5-DA45-F917CCD0EB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54109" y="1367018"/>
            <a:ext cx="5978446" cy="5273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A71C21-D21A-98A6-2F33-054BDECF7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55124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DFA4-5BA7-F44D-0B7E-720991019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D802F345-423B-359F-E017-831CC779AA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5587843-21AD-7E69-B4DF-8A1998B2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7DA40-CCF9-8AA5-F003-D5BF37D34706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03B5D-9784-1953-4B84-4762B5FFE47B}"/>
              </a:ext>
            </a:extLst>
          </p:cNvPr>
          <p:cNvSpPr txBox="1"/>
          <p:nvPr/>
        </p:nvSpPr>
        <p:spPr>
          <a:xfrm>
            <a:off x="81440" y="2353369"/>
            <a:ext cx="62524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06.09 Palette Creation Tools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Relations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Notes and Groups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ArchiMate Elements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06.10 The Format Painter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31E911-A4CB-999B-5634-928B8C116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048968-26AA-538A-C0C0-283BCDDDC7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333856" y="1546229"/>
            <a:ext cx="5238595" cy="4881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81051C-818D-6907-FBB6-AE0A91BCC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28063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017C-56A5-1AF1-9D32-EB635E64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C0AD47A4-1695-CE51-EFA6-770AC8314B3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2F866F99-3D2A-3C61-7BCB-79AEE85E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F6D64-440B-D1A0-0009-B732B19EB7FF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B991D-05BC-F4C7-2798-BA77A4E826AB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06.11 Adding New Elements to the View from the Palette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89AA8-1589-97E9-06FF-EEB874B8E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2DACDA-CF47-B00B-EDBA-07C10C5A98E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263063" y="1334763"/>
            <a:ext cx="5822680" cy="5157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545284-0D04-EF80-EF51-D4735FAA9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04700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C0FC-6A4C-76EE-CA59-0BF80273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D3144945-9B30-E935-7D23-888D2742BC5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869CD33-8A0E-6DA1-F09C-B56D915A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CAB93-F9AA-A472-F5D2-2286C0A61400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FED6FB-32EB-2DBF-D21F-1E77D74C4802}"/>
              </a:ext>
            </a:extLst>
          </p:cNvPr>
          <p:cNvSpPr txBox="1"/>
          <p:nvPr/>
        </p:nvSpPr>
        <p:spPr>
          <a:xfrm>
            <a:off x="81440" y="2353369"/>
            <a:ext cx="6252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06.12 Editing the View’s Elements’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4B9E92-7592-743E-DF45-E0BAFC668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42B6FC-2B23-BD6D-E176-B7D86B2451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96000" y="1278426"/>
            <a:ext cx="5744644" cy="5265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28C64B-2964-A0CC-062A-5EC0AB54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82418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2EB26-F244-3F67-F3E6-B5129F40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B5E0782C-29C5-B953-4A58-5BB67B6850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9AE3E10-5C32-73FF-9D11-EC8FADA1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4BA11-534F-AB52-B6CA-216CAF97D06E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C1587-09BD-8A0D-0D76-7A8F99518B40}"/>
              </a:ext>
            </a:extLst>
          </p:cNvPr>
          <p:cNvSpPr txBox="1"/>
          <p:nvPr/>
        </p:nvSpPr>
        <p:spPr>
          <a:xfrm>
            <a:off x="81440" y="2353369"/>
            <a:ext cx="62524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06.13 Adding New Relationships (Connections) to the View from the Palette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DF8AA5-BD3D-2022-827B-5A095DA77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71DA94-BD2B-217E-BAC2-E23FAC296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00" y="4569360"/>
            <a:ext cx="5192004" cy="2011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968A9F-BA9D-5AEC-9CDA-BFC68869D4F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499842" y="1319596"/>
            <a:ext cx="5354018" cy="4968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D8D355-DD33-2493-88E4-585ECAB9A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3786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7050-302B-603D-DB62-14E7CE364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B090B473-D113-A97A-6F17-92356D85F6E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67861A1-7979-298B-40EA-3C87576C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766BF-CBF1-BB42-A789-BA32451011AF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779D1-FC1B-44B1-D1F4-7440B86CFAFE}"/>
              </a:ext>
            </a:extLst>
          </p:cNvPr>
          <p:cNvSpPr txBox="1"/>
          <p:nvPr/>
        </p:nvSpPr>
        <p:spPr>
          <a:xfrm>
            <a:off x="81440" y="2353369"/>
            <a:ext cx="62524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06.14 Information about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06.15 Adding Circular Relationships (Connections)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F3BC85-25D9-05B3-4F16-B4CF51C40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4ACD73-FCB1-D048-2164-A54EDB02ED7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96000" y="1285991"/>
            <a:ext cx="5892975" cy="54018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469472-0B2E-B3CA-B1B3-08905A755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94214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BADB-A921-1C8A-A4F7-280E0433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C4D0D209-E17E-5554-47A9-C115EF5B74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09E25A7-691E-6E9C-B841-B0701BB7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263A4-C48A-C23C-453E-DA3D3C1AEACE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029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6B5C1-F830-74AA-27B5-7B27A9E1C1B6}"/>
              </a:ext>
            </a:extLst>
          </p:cNvPr>
          <p:cNvSpPr txBox="1"/>
          <p:nvPr/>
        </p:nvSpPr>
        <p:spPr>
          <a:xfrm>
            <a:off x="81440" y="2353369"/>
            <a:ext cx="62524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06.16 Adding New Relationships and Elements to the View using the Magic Connector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1117CC-5A9C-D5DC-3059-04ADB788B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936F5D-8450-64D0-B268-2713423C982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164992" y="1246112"/>
            <a:ext cx="5646711" cy="5319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05FE82-58A6-D270-A0C5-EB4C7BBCB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12176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3BD1C-02C9-1119-E214-3B72E7CF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6DCCC59-9147-7C25-F5E7-4B12BEDE80A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2595EB6E-FF06-D334-62FD-C55072B0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7969C-230C-A0C5-9553-6A5D96B2BF93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4A182-2106-E94B-9879-1AE131882EC2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06.17 Adding Elements and Relations from the Model Tree to a 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0BA4B4-06E9-B7C3-D925-648B82195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5FF9D8-542A-FAAE-3BC8-4F0A8CAB00C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96000" y="1246112"/>
            <a:ext cx="5717528" cy="5309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3AA64C-1BAD-5581-75A4-8B1505981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82665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AEBA-E34B-6CAC-63BB-33F43427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EB74915-9961-9732-93C7-2D534DE3405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5CB0A66-25E4-D55B-3469-0BF24ED4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11207-FF5F-D5BC-9A8A-531FA64613B6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A255A-0A23-E8D6-B955-B59E21B9B3D1}"/>
              </a:ext>
            </a:extLst>
          </p:cNvPr>
          <p:cNvSpPr txBox="1"/>
          <p:nvPr/>
        </p:nvSpPr>
        <p:spPr>
          <a:xfrm>
            <a:off x="81440" y="2353369"/>
            <a:ext cx="6252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06.18 Adding a Group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64AE07-BA8D-52CD-8772-E21817E84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3FAF2E-2B28-D977-62C6-7FAB0561858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36601" y="1152524"/>
            <a:ext cx="5828039" cy="5575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756CFE-F4C1-717A-7EFC-80FD706E1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34" y="4115405"/>
            <a:ext cx="4840284" cy="21640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9B0BF6-3B2F-1E4F-B93F-8E91406E4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53818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F1DE2-854D-5DFA-81BC-6809F0F6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295A4D7F-FD1A-E791-1EA1-FEC1E6F305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A9FDFFA-66A8-437F-F03A-27892285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FBD87-2D40-9338-CE71-1650DFBF5463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17F70-C82B-26B7-8CB8-C1AC22C67EA9}"/>
              </a:ext>
            </a:extLst>
          </p:cNvPr>
          <p:cNvSpPr txBox="1"/>
          <p:nvPr/>
        </p:nvSpPr>
        <p:spPr>
          <a:xfrm>
            <a:off x="81440" y="2353369"/>
            <a:ext cx="62524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06.19 </a:t>
            </a:r>
            <a:r>
              <a:rPr lang="en-US" altLang="zh-CN" sz="3600" b="1" dirty="0">
                <a:solidFill>
                  <a:schemeClr val="bg1"/>
                </a:solidFill>
              </a:rPr>
              <a:t>Adding a Note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06.20 Adding a Note Connection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7DC6ED-F79F-BBF2-4D13-4E31EACD4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19ECA4-BFB0-2D06-A760-D3F86739E3B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96000" y="1246112"/>
            <a:ext cx="5717767" cy="5471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4B6460-EC27-8056-3862-68F1E2C2B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56281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5B9A-5422-44DE-D892-C85724FB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B1F0CA12-B0C5-DD40-6405-FD0772A27DE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6FF1AF6-3C3E-65CC-ED2B-2480A58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20D2B-22CD-A6EA-1FF5-3111018EB9F1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438F81-7389-21EF-EDE7-FD5B6E00532D}"/>
              </a:ext>
            </a:extLst>
          </p:cNvPr>
          <p:cNvSpPr txBox="1"/>
          <p:nvPr/>
        </p:nvSpPr>
        <p:spPr>
          <a:xfrm>
            <a:off x="81440" y="2353369"/>
            <a:ext cx="6252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06.21 Adding a Junction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EED979-71AB-1D25-4DD5-B9704AF99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E57DD-B79B-23C0-68A1-B7837ECC0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164" y="4102036"/>
            <a:ext cx="1447492" cy="14233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4E8035-9819-4327-862A-08029D5A07E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039963" y="1170337"/>
            <a:ext cx="5881033" cy="5605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347372-0A7F-533E-2276-CCD56C8C8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6760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FC9F-9D82-C7A6-C71D-05372390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3DF09406-46CE-E802-315B-A16383B54A7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88FC5704-0706-8446-DDB8-AE16BFB4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672E6-E118-D5F7-87C2-6690B773BA03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F0FB8-151C-8646-E34F-E34517ADAB3F}"/>
              </a:ext>
            </a:extLst>
          </p:cNvPr>
          <p:cNvSpPr txBox="1"/>
          <p:nvPr/>
        </p:nvSpPr>
        <p:spPr>
          <a:xfrm>
            <a:off x="81440" y="2353369"/>
            <a:ext cx="6252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06.22 Adding a Reference to Another 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3EB984-3E56-58CD-FE5F-3B72FB99F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ED0D06-FF55-1501-D3AD-0FCC1DE82BD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333856" y="1347764"/>
            <a:ext cx="5509194" cy="5235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D6CD3-4ECE-89DC-5B54-FDC934333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966" y="4384694"/>
            <a:ext cx="3103374" cy="22468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13984D-D97A-D274-07EE-4B7B9ACFD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43120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AAB2-601A-5BB4-A60F-FD1720A36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4B58AAB0-F75A-8735-A207-A30DAD1A437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9146C35-BDAC-4EB0-7484-B6D9D76F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79AFE-31CB-979B-FCE6-744D69F2B982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289CD-EF30-9576-E7F4-529FB4404687}"/>
              </a:ext>
            </a:extLst>
          </p:cNvPr>
          <p:cNvSpPr txBox="1"/>
          <p:nvPr/>
        </p:nvSpPr>
        <p:spPr>
          <a:xfrm>
            <a:off x="81440" y="2353369"/>
            <a:ext cx="6252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06.23 Connection Bend-points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A45F44-713A-4E69-FE40-FBD916BC9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0BEDB-9459-EE1E-6939-10BBE92AADA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79822" y="1422501"/>
            <a:ext cx="5917931" cy="5128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7DB56F-D8BF-BF53-3EF5-1DF9AA6E3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675" y="4878932"/>
            <a:ext cx="4510030" cy="12055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51B31D-6615-9352-6966-181482382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1943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F7BB-1737-E85C-FB29-F039FFFF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7B8DC3A-D59B-C942-6C64-AB49D3DBE15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BC343DDA-F699-BEFB-3744-9FC1B97C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86F4A-827D-9900-DF59-7714690A1462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5E5A1-74C0-2AED-303D-65A2EE0329D1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06.24 Setting the Properties of a Connection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B11F05-CCAA-ED37-5F76-CCFE2F92A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DF620-4993-5311-C6A0-9080BE7BFD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616354" y="1234864"/>
            <a:ext cx="5231652" cy="5492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1329B3-1AA1-B50B-8D9B-881E89D97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714" y="4863182"/>
            <a:ext cx="3648788" cy="18644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2C3BC4-57C5-711B-13A4-DBAD3262D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596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90E2-C344-177C-FC92-88B77899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6DB195A7-653B-E280-B484-B4B3D145BFE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9C6C270-A81E-0112-B1D7-C172AED5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422C9-55D0-9AE0-E213-FA7B4ED4F8E8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F3982-68C5-E88F-4B49-4B7FD0998FF4}"/>
              </a:ext>
            </a:extLst>
          </p:cNvPr>
          <p:cNvSpPr txBox="1"/>
          <p:nvPr/>
        </p:nvSpPr>
        <p:spPr>
          <a:xfrm>
            <a:off x="81439" y="2353369"/>
            <a:ext cx="64103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06.25 Setting the Connection Router Type for a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Manual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Manhattan</a:t>
            </a:r>
            <a:r>
              <a:rPr lang="en-US" sz="2000" b="1" dirty="0">
                <a:solidFill>
                  <a:schemeClr val="bg1"/>
                </a:solidFill>
              </a:rPr>
              <a:t> (</a:t>
            </a:r>
            <a:r>
              <a:rPr lang="en-US" sz="2000" b="1" dirty="0">
                <a:solidFill>
                  <a:schemeClr val="bg1"/>
                </a:solidFill>
                <a:hlinkClick r:id="rId4"/>
              </a:rPr>
              <a:t>Manhattan routing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7B9F40-167E-70EF-1120-11E98A994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F2F552-4E6F-0B0D-097A-5DCF4E307BB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148406" y="1283824"/>
            <a:ext cx="5710245" cy="54062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774D73-5830-0F76-8334-F0C490FF1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21902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0BF79-4A87-EB38-797A-959DB39C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29E3826B-3D0F-EBC1-C3C5-2E1A2538953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1FF38A9B-66A4-A4E2-1E01-1A50B052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DBF59-868C-1C34-30A0-1B555330E1CA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0E32B-DE78-9728-5706-BCB65D7DDB5E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06.26 Container Elements and Nested Element Relationships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56DEA3-3FC6-C021-272F-5115C4EE5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3D0E30-6A2F-2342-BB1F-7917561022D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708455" y="1179522"/>
            <a:ext cx="5074836" cy="55482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A180E4-F53E-791E-EF13-C43D7B7F9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399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4F05-0366-EE2E-AE8E-BC6E9C807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A4BDFF16-37D6-65D1-FE14-A76CB48602C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CD47A53-7866-18D1-B269-D9BC07D1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095BC0-BA82-A1FA-F86C-6E8CA765B5F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039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4901C-71F7-95CC-80AD-590C34622FB4}"/>
              </a:ext>
            </a:extLst>
          </p:cNvPr>
          <p:cNvSpPr txBox="1"/>
          <p:nvPr/>
        </p:nvSpPr>
        <p:spPr>
          <a:xfrm>
            <a:off x="81439" y="2353369"/>
            <a:ext cx="64103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06.27 Creating, Showing and Hiding Relationships between Nested Parent/Child Elements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7EA6E5-DC43-4CFC-B9D3-ED76C6161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A1BAD2-0C53-F5CF-6AC4-8F392FB7611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293656" y="1191753"/>
            <a:ext cx="5610879" cy="54699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064096-9384-9C95-2B4A-3224EFD93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48974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4185-3878-0C3F-D62C-D57F0553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5DFC55D9-02E0-9366-BBE2-5AB652F4C1A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89F664EA-50C8-C797-7AA4-123EDFBC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DFFAA-95EA-6B3B-DD97-A63B7797ED9E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E6516-8E5D-9308-C725-31800B453D2E}"/>
              </a:ext>
            </a:extLst>
          </p:cNvPr>
          <p:cNvSpPr txBox="1"/>
          <p:nvPr/>
        </p:nvSpPr>
        <p:spPr>
          <a:xfrm>
            <a:off x="81439" y="2353369"/>
            <a:ext cx="64103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06.28 Setting the Order of Overlapping Elements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06.29 Selecting Elements in a 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8BB0F0-1568-14CD-82FD-4F17662C7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C5689-583B-3518-70BE-3D611173BF1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591535" y="1180673"/>
            <a:ext cx="5187323" cy="55351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2EE0F5-F8FC-1F63-502D-664C8E286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90918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7FBD-7454-CC36-6F6E-99506DA1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7D91492C-97D0-74A6-B948-073AF50D588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E7DF3110-F1E2-039C-8E27-1CF476E0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8286D-F37C-567B-CCEC-967F7D3EF9B3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13488-3EF6-AFE3-C7A5-7F3340B34ED3}"/>
              </a:ext>
            </a:extLst>
          </p:cNvPr>
          <p:cNvSpPr txBox="1"/>
          <p:nvPr/>
        </p:nvSpPr>
        <p:spPr>
          <a:xfrm>
            <a:off x="81439" y="2353369"/>
            <a:ext cx="64103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06.30 Copying and Pasting Elements in a 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06.31 Copy As Image to Clipboard (Ctrl-Shift-C)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B5345A-8ABA-0AB0-1989-4870937F7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BD640B-DF71-16DF-D5BA-D9909B81F66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491807" y="1109666"/>
            <a:ext cx="4607180" cy="5666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228868-F59F-08E5-998F-27E459B1F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562740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7CF1-B15E-96EE-6FAA-C4E3B594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495DFE31-3C87-396D-16A3-42298836F01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1C02C29-5F4C-8CD5-5EDE-9799AAEC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2559D-860D-8CA3-C3D4-44FF4218B22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7870E-B9BF-1F30-4F57-52D88E91A432}"/>
              </a:ext>
            </a:extLst>
          </p:cNvPr>
          <p:cNvSpPr txBox="1"/>
          <p:nvPr/>
        </p:nvSpPr>
        <p:spPr>
          <a:xfrm>
            <a:off x="81439" y="2353369"/>
            <a:ext cx="64103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06.32 Delete Elements and Relationships in a 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06.33 Delete from View (keep children)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06.34 Delete from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551C67-DDC4-4E9E-15E7-CA8CFD986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635A6-3B7A-4804-0E1B-88954CF50CD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961279" y="1191753"/>
            <a:ext cx="4381555" cy="5427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344252-C128-A220-31E3-116707CA5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711" y="4167585"/>
            <a:ext cx="3314180" cy="16741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32C466-0A2D-454D-E20E-2FA72DC12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00268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F7D41-3583-ACF6-D3CB-7E0E8EEC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7CC6449-2035-24B8-6083-3048782EF21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D6B7EF4-1A04-A414-862B-4F4FFF7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B7CCD-79DA-1C94-BC25-19BEDCB4A0A2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84EF2-2465-34E0-664E-8ED868693585}"/>
              </a:ext>
            </a:extLst>
          </p:cNvPr>
          <p:cNvSpPr txBox="1"/>
          <p:nvPr/>
        </p:nvSpPr>
        <p:spPr>
          <a:xfrm>
            <a:off x="81439" y="2353369"/>
            <a:ext cx="64103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06.35 Changing an Object’s ArchiMate Concept Type in a 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06.36 Select in Model Tree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3FA29A-416F-CE47-E6B9-66134E64B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A119D0-EB3D-EFE2-A8BB-04BB518485E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791977" y="1209088"/>
            <a:ext cx="4543731" cy="547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B5D994D-663F-182C-C51C-E467BAD18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036218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6A12-4900-1E0C-A5A6-D3B6DA0EC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5F5F2165-F414-4248-8129-169758DF1FF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DD22912-5B24-7BFB-BCDC-57EC83AD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89DB6-A96E-9A9E-9434-F0A5E49F7FB1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B972D-3E2D-43A1-5754-02B1239C3CA0}"/>
              </a:ext>
            </a:extLst>
          </p:cNvPr>
          <p:cNvSpPr txBox="1"/>
          <p:nvPr/>
        </p:nvSpPr>
        <p:spPr>
          <a:xfrm>
            <a:off x="81439" y="2353369"/>
            <a:ext cx="6410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06.37 Alignment Tools, Guides and the Grid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AE0598-5055-5B2C-F5E6-3CBF620FD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DE951D-A4C4-CCD1-6DBB-448101120D6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647960" y="1165525"/>
            <a:ext cx="5021031" cy="5562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FDCAF0-F3B9-5FBF-3B58-343A81221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663" y="4515663"/>
            <a:ext cx="6082557" cy="2086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9B8089-C371-7A6D-8C2F-2F29606B0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12811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EC52-81E1-A6D7-6BD4-D0668EE31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C5DF55AF-AF61-7950-183C-C5AB75B4D88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C53B341-94C2-5430-B22A-7BFF4BB3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377F3-A7AF-B9CC-CA08-440A098E7C8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FB599-AA2F-344D-64A3-6ABD68B4B998}"/>
              </a:ext>
            </a:extLst>
          </p:cNvPr>
          <p:cNvSpPr txBox="1"/>
          <p:nvPr/>
        </p:nvSpPr>
        <p:spPr>
          <a:xfrm>
            <a:off x="81439" y="2353369"/>
            <a:ext cx="64103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CH06 Archi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06.38 Showing a View in Full Screen Mode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06.39 Export View As Image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DA4C6-3D3D-A9CA-C35B-385FF6BB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3B9216-8F0B-E7F8-4460-3981DC110DF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269793" y="1154910"/>
            <a:ext cx="4632754" cy="5536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3ADBD3-F908-B8C2-8EF8-DC7562D8C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993883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2860-F9ED-7BF1-D31A-BCB03E5F9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DCE41A79-273C-1362-1AF7-F30167AC76A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022AD1A-894D-CD0D-3E55-A18F4E74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34B28-92E0-09DC-0A38-273AF0C9D85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B1DDE-1FA0-26FD-E83C-48180CA4EB39}"/>
              </a:ext>
            </a:extLst>
          </p:cNvPr>
          <p:cNvSpPr txBox="1"/>
          <p:nvPr/>
        </p:nvSpPr>
        <p:spPr>
          <a:xfrm>
            <a:off x="81439" y="2353369"/>
            <a:ext cx="6410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CH07 Viewpoints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07.01 Setting the Viewpoints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91BF77-38B6-0996-F776-CB81C1C24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4B84F4-F1BD-5305-69A2-64814ABC357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18613" y="1370497"/>
            <a:ext cx="5278228" cy="5232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5CC4FAC-1AFC-99E4-5252-261F7DE4C793}"/>
              </a:ext>
            </a:extLst>
          </p:cNvPr>
          <p:cNvGrpSpPr/>
          <p:nvPr/>
        </p:nvGrpSpPr>
        <p:grpSpPr>
          <a:xfrm>
            <a:off x="895159" y="4309945"/>
            <a:ext cx="4964079" cy="2465967"/>
            <a:chOff x="895159" y="4309945"/>
            <a:chExt cx="4964079" cy="24659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23F524-4936-6749-8B73-D8476A908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5159" y="4309945"/>
              <a:ext cx="4964079" cy="246596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6020B8-6B32-BF54-0415-061A6A915FFA}"/>
                </a:ext>
              </a:extLst>
            </p:cNvPr>
            <p:cNvSpPr txBox="1"/>
            <p:nvPr/>
          </p:nvSpPr>
          <p:spPr>
            <a:xfrm>
              <a:off x="1124640" y="6383455"/>
              <a:ext cx="4305768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b="1" i="0" u="none" strike="noStrike" dirty="0">
                  <a:solidFill>
                    <a:srgbClr val="B18A2C"/>
                  </a:solidFill>
                  <a:effectLst>
                    <a:outerShdw blurRad="60007" dir="2000400" sy="-30000" kx="-800400" algn="bl" rotWithShape="0">
                      <a:prstClr val="black">
                        <a:alpha val="20000"/>
                      </a:prstClr>
                    </a:outerShdw>
                  </a:effectLst>
                  <a:latin typeface="Arial" panose="020B0604020202020204" pitchFamily="34" charset="0"/>
                  <a:hlinkClick r:id="rId7" tooltip="Every Viewpoint is a View from Point – The Reflectionary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Every Viewpoint is a View from Point </a:t>
              </a:r>
              <a:endParaRPr lang="en-US" dirty="0">
                <a:solidFill>
                  <a:srgbClr val="B18A2C"/>
                </a:solidFill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41FE856-0E71-25F4-0CA5-CC9317DE9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4954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4E67-211D-C804-61B1-23DD7E84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DFBB47F7-FF87-E6AA-18F0-C6C09D0865C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7D46BC11-8D8C-85F2-6C02-87852355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D8F28-8187-BF53-C721-047F7CAF9675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3B2B7-C7A3-E854-83DC-D6DB65117C04}"/>
              </a:ext>
            </a:extLst>
          </p:cNvPr>
          <p:cNvSpPr txBox="1"/>
          <p:nvPr/>
        </p:nvSpPr>
        <p:spPr>
          <a:xfrm>
            <a:off x="81439" y="2353369"/>
            <a:ext cx="6410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08.01 Model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24E2EC-15F7-BBA7-6302-CC28DFBFD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E380C4-2311-9CCB-2709-C1E003343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75" y="3990645"/>
            <a:ext cx="5410955" cy="2152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47894F-C876-4473-9319-DC4FE7BA4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41" y="4713234"/>
            <a:ext cx="2850098" cy="19664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76200">
            <a:solidFill>
              <a:schemeClr val="bg1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2B74ED-FCC1-7CCB-DB09-D4020EB627C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6388244" y="1391100"/>
            <a:ext cx="5420885" cy="4946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8C8271-7C12-1D57-7554-287AB7864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5088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FD5FF-6D98-F93C-300A-98CA8454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8CD54227-A85E-8B27-3E38-57A9DB8EAD8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8290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31678EB-18C2-7CFE-7297-4069B082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9FEB-264A-C5E1-A525-4B9D898F8895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FC45B-7665-CECF-7424-A3C343445839}"/>
              </a:ext>
            </a:extLst>
          </p:cNvPr>
          <p:cNvSpPr txBox="1"/>
          <p:nvPr/>
        </p:nvSpPr>
        <p:spPr>
          <a:xfrm>
            <a:off x="81439" y="2353369"/>
            <a:ext cx="6410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08.02 Element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954303-CB79-9D10-25E7-50CEE851C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41CF5E-A78A-BA7C-173E-0E308DBF4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96" y="3926807"/>
            <a:ext cx="5315692" cy="21338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5B080E-721C-C89D-E83D-4694CFC9D05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332163" y="1470171"/>
            <a:ext cx="5526414" cy="5033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18A37E-F15D-03E5-3229-320D6EEF2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23130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373D-45E6-D8D7-9F90-5553871A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9004BBC4-753E-2EC7-3196-9EA25A7689C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148B1FFF-8B1C-C54B-2F53-2B2BBCD89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8F26-149F-D222-8706-85DC1CC4202D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049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1250D-3714-6A51-019B-2C93289740D9}"/>
              </a:ext>
            </a:extLst>
          </p:cNvPr>
          <p:cNvSpPr txBox="1"/>
          <p:nvPr/>
        </p:nvSpPr>
        <p:spPr>
          <a:xfrm>
            <a:off x="81439" y="2353369"/>
            <a:ext cx="64103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08.03 Element Appearance Properties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</a:rPr>
              <a:t>Appearance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</a:rPr>
              <a:t>Label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D09F09-32EA-7570-7371-EEB2CB7F0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14C42A-87CB-83FB-398A-4F24760DE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76" y="5308721"/>
            <a:ext cx="2735705" cy="12743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32F668-A702-7E28-EBA7-43C77EFEF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8835" y="5303427"/>
            <a:ext cx="2892264" cy="12743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CE4DAE-25DC-F377-980F-B5DA0A13ACB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6027453" y="1474920"/>
            <a:ext cx="6049269" cy="5102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BC7DB-D0DC-0B7A-16E1-B172A2935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6364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78FC-7F42-C951-E143-CA77C4FF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3A7F6A87-0CA1-B303-8205-120ABA4E550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51D4FB51-7CA1-4370-BFC4-60EB0964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6B41A-F1D2-6692-8F16-CEF99A4CB1A5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9E736-FF87-C17C-2B0D-B896CC1AB09C}"/>
              </a:ext>
            </a:extLst>
          </p:cNvPr>
          <p:cNvSpPr txBox="1"/>
          <p:nvPr/>
        </p:nvSpPr>
        <p:spPr>
          <a:xfrm>
            <a:off x="81439" y="2353369"/>
            <a:ext cx="64103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08.03 Element Appearance Properties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sz="2800" b="1" dirty="0">
                <a:solidFill>
                  <a:schemeClr val="bg1"/>
                </a:solidFill>
              </a:rPr>
              <a:t>Figure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sz="2800" b="1" dirty="0">
                <a:solidFill>
                  <a:schemeClr val="bg1"/>
                </a:solidFill>
              </a:rPr>
              <a:t>Image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A7017F-D096-457C-1960-759DF1571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532EEB-4E7A-D843-8B34-F67DF9E37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41" y="5383080"/>
            <a:ext cx="1970516" cy="1116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02BEC-9F01-F640-C699-CBF41EB1A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34" y="4998461"/>
            <a:ext cx="1880947" cy="1501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2EA4D5-2E1E-386F-9923-518607F9C16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5706348" y="1287094"/>
            <a:ext cx="6150516" cy="5402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0A3642-6B28-B11B-A4EE-110F41030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91536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F663-9A26-C7A0-D484-1EA30302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DB97BAF1-D711-7505-0D29-E805BAE87ED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5115B102-CAC1-A06F-7821-6F3E6797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4F69D-0FB9-F33B-1485-10A4254150B8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5F240-6A2F-98DF-B2A6-36D7EF876BD7}"/>
              </a:ext>
            </a:extLst>
          </p:cNvPr>
          <p:cNvSpPr txBox="1"/>
          <p:nvPr/>
        </p:nvSpPr>
        <p:spPr>
          <a:xfrm>
            <a:off x="81439" y="2353369"/>
            <a:ext cx="6410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08.04 Relationship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DB6864-0E95-CD8F-17FD-158EF62BA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54A845-3F32-FBB7-5FC7-1B277B5B6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85" y="4545417"/>
            <a:ext cx="4914427" cy="19831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85CC70-817B-A232-9700-A8E372AC9D6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889859" y="1191527"/>
            <a:ext cx="5835878" cy="55362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F59226-1151-0344-6516-4585B5B68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282826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513D9-4292-F998-6D79-1341E2804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5EF03572-0E09-7BBE-2D84-15C6DF771A8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12038062-5D5D-1C73-8D24-8880B46B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5F3EC-5143-5213-0D2C-F5497DC479ED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79DEF-B7A6-87DB-E910-7DC9870B6227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08.05 Relationship Connection Appearance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CE1E6D-6926-C076-C499-42F70B47C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7C8B04-4F52-5F61-6F5F-C408FEAF70C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34326" y="1242654"/>
            <a:ext cx="5846361" cy="5488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416848-3619-6FB1-EAF9-A1A4E2576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079351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0A34-4732-6DCB-4379-76D2E3291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475F971C-FF3A-0A38-66C1-A615B5A196C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A3AC0EF-AFC7-EC15-63AD-E7D6F920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E02C5-D70D-648E-37DF-7120B3E2E932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11E3E-7989-D670-A481-B79E7E72F70D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08.06 View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08.07 View Reference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4E128-0805-A9DD-5CC8-6E11D0438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629" y="130236"/>
            <a:ext cx="2294305" cy="985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9329D4-DA88-0AB3-BC0B-096B7A2DA1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51231" y="1246112"/>
            <a:ext cx="5823946" cy="5447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E4C1A9-C8A0-38BA-F8FD-02BB8AD4A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5977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6B01-0C6D-0BB0-97B8-92FCD1EC7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37BBB19D-0DCC-448C-D67A-C5D2C7EF472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0870124-CE88-0CC4-ADE3-36E99D2C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56EE8-18E6-9C92-515B-49CDDB9AD347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79F89-4E71-C6E8-3BF4-B112D1EC421B}"/>
              </a:ext>
            </a:extLst>
          </p:cNvPr>
          <p:cNvSpPr txBox="1"/>
          <p:nvPr/>
        </p:nvSpPr>
        <p:spPr>
          <a:xfrm>
            <a:off x="81439" y="2353369"/>
            <a:ext cx="6410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08.08 Folder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71FD07-522F-EBFA-4924-09330A946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130DB-18BB-654E-D227-9D65AD1783D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88063" y="1029488"/>
            <a:ext cx="6037907" cy="5548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9C60BD-3F7C-A2DA-D020-B699DCBAE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71" y="3875288"/>
            <a:ext cx="2905530" cy="2172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8C94BC-B2F5-DEC5-F017-1A33366B4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171" y="12439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90839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F450-BE6C-221B-38B2-D8439351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3A4C94F-E83B-14FF-6193-471746C67A5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7BF63AC-1E39-1EC6-33E3-1C549ADC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8BAFC-0A76-46D2-6AB3-4590C200C66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29F83-9BC1-EC95-2BB3-6513A55A257B}"/>
              </a:ext>
            </a:extLst>
          </p:cNvPr>
          <p:cNvSpPr txBox="1"/>
          <p:nvPr/>
        </p:nvSpPr>
        <p:spPr>
          <a:xfrm>
            <a:off x="81439" y="2353369"/>
            <a:ext cx="6410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08.09 Note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1096F6-49AB-FB83-7D8A-9A713D2D1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50E58D-8DD1-C601-4B5A-9C8C035E6B8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97791" y="924790"/>
            <a:ext cx="5910762" cy="58511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F21E4C-3D25-BD62-B141-326AA67A6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79" y="3830697"/>
            <a:ext cx="3798482" cy="23030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455573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2DCE-DB12-5754-7E66-A784AF94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A77EA7E4-9211-EB5A-B030-C77CBABDA2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28E59D1F-7E8E-7155-F3C3-73DA1803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BD166-2ACD-F9EF-9B4C-77BE0016CD18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60C16-7E09-B10F-3DE7-16DD43CE9079}"/>
              </a:ext>
            </a:extLst>
          </p:cNvPr>
          <p:cNvSpPr txBox="1"/>
          <p:nvPr/>
        </p:nvSpPr>
        <p:spPr>
          <a:xfrm>
            <a:off x="81439" y="2353369"/>
            <a:ext cx="6410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08.10 Connection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1A588C-4AE2-9FE9-4A79-82ABAA7AC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B5A699-14D5-B41F-AE17-B4E36978C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294" y="4384694"/>
            <a:ext cx="3987416" cy="2031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C5113-341C-7141-D969-655CCAE287C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850601" y="997526"/>
            <a:ext cx="5995035" cy="54339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61977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BB8E-B777-D31F-51D2-4ADEF4D3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01D186B-B3C4-BC2D-9CB1-F86B65FD382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202C2530-27FC-F3C9-EA2B-943A58D5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0A88B-EC23-8D5A-4416-D9603C1918A0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78DD6-5F04-C6C3-3208-F4FB7DCC4E83}"/>
              </a:ext>
            </a:extLst>
          </p:cNvPr>
          <p:cNvSpPr txBox="1"/>
          <p:nvPr/>
        </p:nvSpPr>
        <p:spPr>
          <a:xfrm>
            <a:off x="81439" y="2353369"/>
            <a:ext cx="6410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08.11 Group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85E247-1025-1072-2390-7EA49CBCE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4BD1A-35B8-8D17-3733-A733FD0021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930550" y="1091549"/>
            <a:ext cx="6045245" cy="5475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39533B-03C8-88C2-538C-B6E2A0D54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479" y="4013830"/>
            <a:ext cx="2924583" cy="20100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623931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44D0-FDBA-9CAF-778F-ECDDC093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68C2B336-CF11-2D0C-0122-66A1977C4A4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B02A78B-71E2-1DCD-227D-68536854F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CE655-C2A5-868C-9533-2B3563A32D20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D2094-5BEA-1CE8-3641-45567037DB18}"/>
              </a:ext>
            </a:extLst>
          </p:cNvPr>
          <p:cNvSpPr txBox="1"/>
          <p:nvPr/>
        </p:nvSpPr>
        <p:spPr>
          <a:xfrm>
            <a:off x="81439" y="2353369"/>
            <a:ext cx="6410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CH08 Properties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08.12 User Properties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7E44F2-0296-FDC7-0827-40B977476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545C74-B3D0-548E-5511-7F65A5F18D9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36980" y="1091550"/>
            <a:ext cx="6098265" cy="5575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8FC084-048F-DBC1-A7EE-88CF40C13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968" y="3926807"/>
            <a:ext cx="3477110" cy="18481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48111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41F2-A74F-9E46-15E3-B3FD5892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8ECE5F15-69BD-DCDC-3DAC-94193AE4C0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C923A0E-D9F1-7E1E-B36F-1C83937D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CD59C-56D1-9153-38E7-8DD75AF2A3C6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059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07A51-A676-DFFC-A0CC-A047A29CADA0}"/>
              </a:ext>
            </a:extLst>
          </p:cNvPr>
          <p:cNvSpPr txBox="1"/>
          <p:nvPr/>
        </p:nvSpPr>
        <p:spPr>
          <a:xfrm>
            <a:off x="81439" y="2353369"/>
            <a:ext cx="60145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CH09 The Navigator Window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2FE101-991E-C1E7-1065-59C34E59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2E1054-4222-FCDD-7BDA-BE5DDC4CEBA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262292" y="831810"/>
            <a:ext cx="6645690" cy="5849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67143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9006-F0E9-BDF1-BF72-D2D31E6C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80E1795-3AD4-CB45-BC37-2DB264EBC80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E47DA2B-D676-9F23-8049-E8581085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CF0F3-4CD4-E995-A984-03BA72750537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CDCAA-3630-B3C9-E318-648CEBE5BA1C}"/>
              </a:ext>
            </a:extLst>
          </p:cNvPr>
          <p:cNvSpPr txBox="1"/>
          <p:nvPr/>
        </p:nvSpPr>
        <p:spPr>
          <a:xfrm>
            <a:off x="252355" y="2378411"/>
            <a:ext cx="60373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CH10 The Visualizer Window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1FC45D-5935-9F15-96A2-693FD9856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6B26F5-67BB-B073-E939-5C2BC3EFE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34" y="5023481"/>
            <a:ext cx="4240728" cy="1709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B72A10-A885-EE88-23B1-02C5814D15B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080141" y="998315"/>
            <a:ext cx="6979084" cy="5611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79275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B81F-B4C9-989B-2B88-F3DB7ED2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BC128B12-D755-5C75-0C7F-5C113816AAB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D9BF11E-7C41-2449-0890-83808FFF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02D42-A496-5D77-1659-B7DD95A57DB2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F5A7C-BD82-EB95-5371-4B22C7C888E4}"/>
              </a:ext>
            </a:extLst>
          </p:cNvPr>
          <p:cNvSpPr txBox="1"/>
          <p:nvPr/>
        </p:nvSpPr>
        <p:spPr>
          <a:xfrm>
            <a:off x="81439" y="2353369"/>
            <a:ext cx="64103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CH11 The Hints Window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A0813B-376A-FE69-73F5-DEC788080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F21873-89B0-EB7E-4313-AD7DA1E4B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78" y="4430559"/>
            <a:ext cx="4068773" cy="16167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678D1-FDDE-725B-D63D-ECAC7694686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392881" y="1118450"/>
            <a:ext cx="6578847" cy="5370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245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691C-8CB8-E6DD-5094-5FCF2722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23D21DF-FC7B-91E9-61EE-2286E08C9F0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0D2BED2-D161-AB41-61BA-C4E5EF54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33D265-EA65-F51D-050F-51E26FC2403E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1AFE6-550D-A336-060C-F178652ECEDD}"/>
              </a:ext>
            </a:extLst>
          </p:cNvPr>
          <p:cNvSpPr txBox="1"/>
          <p:nvPr/>
        </p:nvSpPr>
        <p:spPr>
          <a:xfrm>
            <a:off x="81439" y="2353369"/>
            <a:ext cx="64103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CH12 The Outline Window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61679D-6031-1779-572A-E9F7355EF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062D09-DA9C-FC0D-D51C-C49F1A785A9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200930" y="920635"/>
            <a:ext cx="5571970" cy="5766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4652FF-105B-828E-71AC-4917F73430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9292" y="4071550"/>
            <a:ext cx="2623786" cy="2615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58947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2705-98C7-38D6-8F14-2F3339C0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6B9C2BA-7710-9329-A838-21B9D111730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B5ACC97E-1CDB-F4B4-7D8A-6D83D992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079EB-14CE-C2EE-30B4-B904DF54B81C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00C77-EF5F-2EA6-856C-9AA961C1FEC8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CH13 Tools (Menu)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Generate View For…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Properties Manager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Specialization Manager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A7D025-677D-5D2C-AF13-82508190A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ED9D6C-C8EE-C056-3CCC-2FFBBEE4E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546" y="4938692"/>
            <a:ext cx="2362822" cy="1729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B2ABAD-5FD3-8044-2F7D-5F705CF4C47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458123" y="1350817"/>
            <a:ext cx="5463819" cy="5060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80968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CFF6-D2B5-2EDE-0E80-A3D184A8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77E00DD7-B8E0-3640-4959-66BC0E38B48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AE36198A-A0CB-B3B2-830C-6AD94BC6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C4816-A1DB-9185-42BC-561EFB909350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FBCB5-6A00-79A7-998C-E41896B73B29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CH13 Tools (Menu)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The Validator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Preview HTML Report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… More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96537-B004-3A65-5F74-864830EBB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03E2FF-55BA-DA50-0DCA-0528149BA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546" y="4938692"/>
            <a:ext cx="2362822" cy="1729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7E039D-76C4-9CD1-2826-A1344CA5135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378666" y="1377352"/>
            <a:ext cx="5560488" cy="5127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96798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4EABA-B01A-F82E-A74C-750EB9FB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67D07EEC-83FE-99B1-92AC-DE58E31A01A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A9900D5-9AE8-E4DF-1266-C39F47CD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CA5D4-B738-D82D-C880-91EFCFC1E58A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DE476-C37D-D8AC-B0FA-AFDA8DF204B4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CH14 Opening, Saving and Printing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3D766D-A2E3-A2F7-6856-DDCFA71DD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A2C96F-99B9-7AD7-2355-70C494D88AF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118092" y="1091550"/>
            <a:ext cx="6903181" cy="5600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3324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EBB8-E35A-9628-1217-D3720EBC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81A66693-2918-376A-A74F-45AA89B1DEF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6B323FD1-C040-CDDE-A025-62D20BD9C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E2E31-EFF4-E944-B3C1-7E3956CD4D0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CCE2A-4336-ECFE-E23E-C0DE1F707BD5}"/>
              </a:ext>
            </a:extLst>
          </p:cNvPr>
          <p:cNvSpPr txBox="1"/>
          <p:nvPr/>
        </p:nvSpPr>
        <p:spPr>
          <a:xfrm>
            <a:off x="81439" y="2353369"/>
            <a:ext cx="64103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CH15 Exporting and Importing the Model in CSV Format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E5ED0D-E27D-C950-853E-723446B94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49AB78-4AD0-5479-B7E1-E5B9B9FEEBC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6071957" y="1756063"/>
            <a:ext cx="5998383" cy="4873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0406D3-D53D-D956-C327-6B8D74F8D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623" y="5012477"/>
            <a:ext cx="1295581" cy="134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4847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3146-B6B5-D11F-E90F-23BC3084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C2E992C-6F7F-3E24-082B-845D53533DE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BD7D0DF-B83D-61BE-FAA9-1A3B5C77B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E0007-0379-317F-0DBC-28D098F3573D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93337A-55F0-C047-6352-2F5AF92FD41F}"/>
              </a:ext>
            </a:extLst>
          </p:cNvPr>
          <p:cNvSpPr txBox="1"/>
          <p:nvPr/>
        </p:nvSpPr>
        <p:spPr>
          <a:xfrm>
            <a:off x="81439" y="2353369"/>
            <a:ext cx="64103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CH16 Importing Another Model into the Current Model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5032F3-6232-07BC-FB1A-F56B6DD5B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96A0B8-E63E-FD7D-A9A7-F2AD295770E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469977" y="1943100"/>
            <a:ext cx="6615766" cy="4727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55248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40D3-2FEE-AABF-5574-F3165548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93C41ED-1255-C682-3842-AE121C2C4D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FDB23AAA-ED64-5962-F8B7-AED9E8ED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CF2FD8-04F0-4520-47CA-F73355D54E05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CC4E7-D1DB-52F5-8AEC-8A7A884A031B}"/>
              </a:ext>
            </a:extLst>
          </p:cNvPr>
          <p:cNvSpPr txBox="1"/>
          <p:nvPr/>
        </p:nvSpPr>
        <p:spPr>
          <a:xfrm>
            <a:off x="81439" y="2353369"/>
            <a:ext cx="6410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CH17 The Open Group Exchange File Format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1C8876-0A6D-6EA1-C57F-E0E100E66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4D339-DF13-48E5-3644-FC4E4331FE9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15823" y="1193076"/>
            <a:ext cx="6410368" cy="54155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01915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585E-697E-633A-3661-329826C3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7C496C8D-E8E7-99BE-47EB-BB789460F9A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75AE7355-14E1-14C5-3060-626FEF64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65332-A442-D281-8A44-9CEDDB1440C1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069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66987-4F5A-FEDF-904F-EB566D529F64}"/>
              </a:ext>
            </a:extLst>
          </p:cNvPr>
          <p:cNvSpPr txBox="1"/>
          <p:nvPr/>
        </p:nvSpPr>
        <p:spPr>
          <a:xfrm>
            <a:off x="81439" y="2353369"/>
            <a:ext cx="64103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CH18 Reporting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18.01 HTML Report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ADD4C3-30E1-D788-AFCA-3FEC8A659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36840D-4CDD-B38C-C6CB-E89BADADD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139" y="4111472"/>
            <a:ext cx="819264" cy="9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E227C9-8DB1-663E-0662-882A689FE78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467887" y="1184564"/>
            <a:ext cx="6469986" cy="5444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91844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7D83-6AD0-8DE3-ED2B-E7C0B729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500D8166-6169-131C-7087-E51B2CE93D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237ADD39-83A3-0A7C-8AD1-707C4DEE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35BFB-843A-3C31-7C3D-A789CB05CC08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6477B-F57E-BDBD-000B-FFF42B480223}"/>
              </a:ext>
            </a:extLst>
          </p:cNvPr>
          <p:cNvSpPr txBox="1"/>
          <p:nvPr/>
        </p:nvSpPr>
        <p:spPr>
          <a:xfrm>
            <a:off x="81439" y="2353369"/>
            <a:ext cx="64103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CH18 Reporting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18.02 Jasper Report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BF663-4987-52DE-473B-143BE542E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221E3C-D30A-D48E-C3F4-0F1103685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094" y="4134295"/>
            <a:ext cx="2255353" cy="1216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B943E6-C3A7-9601-C200-43C605E6F4B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544651" y="1382090"/>
            <a:ext cx="6412680" cy="5143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79617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ECEC-C54B-7EC8-3756-E938AC45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182571E-4C45-9823-4D9D-EEF9A65A27A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BCA12E1-E045-6550-7723-77778C8C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6D064-5F3B-8DC6-CA00-818B116A3946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F2988-B4AE-3A85-E0C8-EE28C019914A}"/>
              </a:ext>
            </a:extLst>
          </p:cNvPr>
          <p:cNvSpPr txBox="1"/>
          <p:nvPr/>
        </p:nvSpPr>
        <p:spPr>
          <a:xfrm>
            <a:off x="81439" y="2353369"/>
            <a:ext cx="557325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CH19 Templates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19.01 Creating a New Template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19.02 Creating a New Model from a Template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19.03 Managing your Templates</a:t>
            </a:r>
            <a:endParaRPr lang="en-US" sz="105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33B099-6328-334C-23CE-F2694214F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7EEC54-C89E-5F8C-8631-08E163AE399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46889" y="1330035"/>
            <a:ext cx="6276556" cy="5268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06939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2D3B-8D24-306C-8C1B-58B7334C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E8B3490C-0771-3C24-B868-90610B593AB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09D10AAB-05EA-FF4D-884E-6140DA10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6592A-8E60-6681-E35A-C6B94712F1E7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216DE-C8F4-A652-2DDF-A1F7F242B6CF}"/>
              </a:ext>
            </a:extLst>
          </p:cNvPr>
          <p:cNvSpPr txBox="1"/>
          <p:nvPr/>
        </p:nvSpPr>
        <p:spPr>
          <a:xfrm>
            <a:off x="81439" y="2353369"/>
            <a:ext cx="55732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CH20 Relationships in ArchiMate</a:t>
            </a:r>
            <a:endParaRPr lang="en-US" sz="105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5E845B-9F3A-2BE8-E4E8-75CF244B1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86305F-40E2-BD2F-2EDF-1F042F9A130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46889" y="1402773"/>
            <a:ext cx="6029251" cy="5102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FAE978-DDC0-609D-7732-55DE9C332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1224" y="4938692"/>
            <a:ext cx="1886931" cy="13478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609915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A759-3464-D833-3BE2-66226930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5B797436-27CE-AA72-E453-344935E443E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55DDDCC-E993-2FE9-F025-0373608E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B8499-9652-4212-8C54-502E912AA4C4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90E8A-E6B9-BCE6-5391-222FBAFDD419}"/>
              </a:ext>
            </a:extLst>
          </p:cNvPr>
          <p:cNvSpPr txBox="1"/>
          <p:nvPr/>
        </p:nvSpPr>
        <p:spPr>
          <a:xfrm>
            <a:off x="81439" y="2353369"/>
            <a:ext cx="55732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CH21 The Sketch View</a:t>
            </a:r>
            <a:endParaRPr lang="en-US" sz="105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D1829D-EAB1-F4CE-F40A-027172C78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2927AE-B652-4BB2-2603-30F83525530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163285" y="1298863"/>
            <a:ext cx="6697643" cy="5321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398EB7-B21E-B48C-6C2F-662E7541A9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001" y="4102583"/>
            <a:ext cx="3788722" cy="25174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517254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28FC-4722-FD23-F2B5-7FAE9C4E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1B806C1B-663B-FE0D-3BD4-BB6258E3AE1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CB7C69C-3911-DBAF-ED81-0D17A0C5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5C3CF-1C55-B3A8-03AE-4AFED376A479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6A65E-7A6E-6645-9AC8-9C91E3B41BE9}"/>
              </a:ext>
            </a:extLst>
          </p:cNvPr>
          <p:cNvSpPr txBox="1"/>
          <p:nvPr/>
        </p:nvSpPr>
        <p:spPr>
          <a:xfrm>
            <a:off x="81439" y="2353369"/>
            <a:ext cx="565434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CH22 Canvas Modeling Toolkit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22.01 Getting Started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D1F3A1-D73A-5090-AB4E-E31F5D750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8BE54B-43C0-F88D-EF7C-757F099CA22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35782" y="1801877"/>
            <a:ext cx="6252061" cy="4611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6135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0289-7376-07B4-CF0A-D3441981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0CB0DE3B-4071-BD88-C0DD-1C20F2AC82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0BED52D9-3D50-7220-D7B6-C827492B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6E835-D35F-8866-6CFE-B39DE96103C2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73185-EBB4-1566-012A-2DEBC64BB53F}"/>
              </a:ext>
            </a:extLst>
          </p:cNvPr>
          <p:cNvSpPr txBox="1"/>
          <p:nvPr/>
        </p:nvSpPr>
        <p:spPr>
          <a:xfrm>
            <a:off x="81439" y="2353369"/>
            <a:ext cx="56543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CH22 Canvas Modeling Toolkit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22.02 Getting into the Details</a:t>
            </a:r>
            <a:endParaRPr lang="en-US" sz="9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3CEE7C-791B-4298-7CA2-A37FD3794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87CE4B-053D-B7A2-92A7-730C678B27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680679" y="1100284"/>
            <a:ext cx="6405064" cy="5431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70011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A51E-8680-FF6B-5D62-D30CC120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og-covered mountain&#10;">
            <a:extLst>
              <a:ext uri="{FF2B5EF4-FFF2-40B4-BE49-F238E27FC236}">
                <a16:creationId xmlns:a16="http://schemas.microsoft.com/office/drawing/2014/main" id="{4994F456-19BC-BBCF-778F-C5BDDD2D09B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6" y="0"/>
            <a:ext cx="12196224" cy="6858000"/>
          </a:xfr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649E7EB-6ED2-262C-195B-6A96522F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40" y="82088"/>
            <a:ext cx="9695273" cy="66763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Archi® Tool Tutorial base on User Guide 5.6.0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44C0A-1097-2F85-BD1C-C7B3C29DD0AD}"/>
              </a:ext>
            </a:extLst>
          </p:cNvPr>
          <p:cNvSpPr txBox="1"/>
          <p:nvPr/>
        </p:nvSpPr>
        <p:spPr>
          <a:xfrm>
            <a:off x="106257" y="810709"/>
            <a:ext cx="2294305" cy="14465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b="1" dirty="0">
                <a:latin typeface="Amasis MT Pro Black" panose="02040A04050005020304" pitchFamily="18" charset="0"/>
                <a:ea typeface="华文琥珀" panose="02010800040101010101" pitchFamily="2" charset="-122"/>
                <a:cs typeface="Aharoni" panose="02010803020104030203" pitchFamily="2" charset="-79"/>
              </a:rPr>
              <a:t>076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1549F-0819-A076-393D-55DC3AD827BD}"/>
              </a:ext>
            </a:extLst>
          </p:cNvPr>
          <p:cNvSpPr txBox="1"/>
          <p:nvPr/>
        </p:nvSpPr>
        <p:spPr>
          <a:xfrm>
            <a:off x="81439" y="2353369"/>
            <a:ext cx="565434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CH22 Canvas Modeling Toolkit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22.03 Canvas Block</a:t>
            </a:r>
            <a:endParaRPr lang="en-US" sz="9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93770-7A75-ADDA-26BC-563A3E542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1" y="1091550"/>
            <a:ext cx="2294305" cy="9856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372352-BD5F-C82A-D63E-FE071EA452B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735782" y="1001609"/>
            <a:ext cx="5654343" cy="56317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5777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6">
      <a:dk1>
        <a:srgbClr val="000000"/>
      </a:dk1>
      <a:lt1>
        <a:srgbClr val="FFFFFF"/>
      </a:lt1>
      <a:dk2>
        <a:srgbClr val="574512"/>
      </a:dk2>
      <a:lt2>
        <a:srgbClr val="6C3C0D"/>
      </a:lt2>
      <a:accent1>
        <a:srgbClr val="DDDDDD"/>
      </a:accent1>
      <a:accent2>
        <a:srgbClr val="616A78"/>
      </a:accent2>
      <a:accent3>
        <a:srgbClr val="B18A2C"/>
      </a:accent3>
      <a:accent4>
        <a:srgbClr val="D87C1B"/>
      </a:accent4>
      <a:accent5>
        <a:srgbClr val="2E515E"/>
      </a:accent5>
      <a:accent6>
        <a:srgbClr val="1D7CB8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ertion-Evidence-Template_Win32_CP_v19.potx" id="{F7F7AC7C-B7AB-44FD-AC83-76356AEA967F}" vid="{C271DA4D-3F28-4C4F-A66E-BDB8F32B9A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Assertion evidence presentation</Template>
  <TotalTime>9078</TotalTime>
  <Words>1640</Words>
  <Application>Microsoft Office PowerPoint</Application>
  <PresentationFormat>Widescreen</PresentationFormat>
  <Paragraphs>418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Amasis MT Pro Black</vt:lpstr>
      <vt:lpstr>Arial</vt:lpstr>
      <vt:lpstr>Calibri</vt:lpstr>
      <vt:lpstr>Office Theme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  <vt:lpstr>Archi® Tool Tutorial base on User Guide 5.6.0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110</cp:revision>
  <dcterms:created xsi:type="dcterms:W3CDTF">2025-08-31T14:43:51Z</dcterms:created>
  <dcterms:modified xsi:type="dcterms:W3CDTF">2025-09-15T06:52:55Z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540963-e559-4020-8a90-fe8a502c2801_Enabled">
    <vt:lpwstr>true</vt:lpwstr>
  </property>
  <property fmtid="{D5CDD505-2E9C-101B-9397-08002B2CF9AE}" pid="3" name="MSIP_Label_19540963-e559-4020-8a90-fe8a502c2801_SetDate">
    <vt:lpwstr>2025-08-31T14:48:40Z</vt:lpwstr>
  </property>
  <property fmtid="{D5CDD505-2E9C-101B-9397-08002B2CF9AE}" pid="4" name="MSIP_Label_19540963-e559-4020-8a90-fe8a502c2801_Method">
    <vt:lpwstr>Standard</vt:lpwstr>
  </property>
  <property fmtid="{D5CDD505-2E9C-101B-9397-08002B2CF9AE}" pid="5" name="MSIP_Label_19540963-e559-4020-8a90-fe8a502c2801_Name">
    <vt:lpwstr>19540963-e559-4020-8a90-fe8a502c2801</vt:lpwstr>
  </property>
  <property fmtid="{D5CDD505-2E9C-101B-9397-08002B2CF9AE}" pid="6" name="MSIP_Label_19540963-e559-4020-8a90-fe8a502c2801_SiteId">
    <vt:lpwstr>f25493ae-1c98-41d7-8a33-0be75f5fe603</vt:lpwstr>
  </property>
  <property fmtid="{D5CDD505-2E9C-101B-9397-08002B2CF9AE}" pid="7" name="MSIP_Label_19540963-e559-4020-8a90-fe8a502c2801_ActionId">
    <vt:lpwstr>064f3ebd-b758-42ab-8f06-ac710ffe1055</vt:lpwstr>
  </property>
  <property fmtid="{D5CDD505-2E9C-101B-9397-08002B2CF9AE}" pid="8" name="MSIP_Label_19540963-e559-4020-8a90-fe8a502c2801_ContentBits">
    <vt:lpwstr>0</vt:lpwstr>
  </property>
  <property fmtid="{D5CDD505-2E9C-101B-9397-08002B2CF9AE}" pid="9" name="MSIP_Label_19540963-e559-4020-8a90-fe8a502c2801_Tag">
    <vt:lpwstr>10, 3, 0, 1</vt:lpwstr>
  </property>
</Properties>
</file>