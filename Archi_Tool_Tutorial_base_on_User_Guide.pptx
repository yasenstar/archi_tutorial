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2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  <p:sldId id="456" r:id="rId83"/>
    <p:sldId id="457" r:id="rId84"/>
    <p:sldId id="458" r:id="rId85"/>
    <p:sldId id="459" r:id="rId86"/>
    <p:sldId id="460" r:id="rId87"/>
    <p:sldId id="461" r:id="rId88"/>
    <p:sldId id="462" r:id="rId89"/>
    <p:sldId id="463" r:id="rId90"/>
    <p:sldId id="464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8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92" d="100"/>
          <a:sy n="92" d="100"/>
        </p:scale>
        <p:origin x="1116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C39E2-CA37-5BF5-918F-3D97CB1F5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EF0B99-96DB-CAC5-10A3-7D9EB77AC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149B8-5703-5949-DDEE-9273ECA71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F9B56-D565-0BF7-D845-FBBBA4270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305222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7.png"/><Relationship Id="rId4" Type="http://schemas.openxmlformats.org/officeDocument/2006/relationships/image" Target="../media/image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8.png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9.png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2.png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3.png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4.png"/><Relationship Id="rId4" Type="http://schemas.openxmlformats.org/officeDocument/2006/relationships/image" Target="../media/image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5.png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FBB64-6DD9-8213-529A-DF4C3A842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EF31437-27F7-B711-BE5C-3CF776EF2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278A04-E2F1-B56D-A49E-C3982DDC6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73B883-927E-13E6-C41A-FE3C2B22C94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91551"/>
            <a:ext cx="6293903" cy="5482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2AA5-9A08-05C1-47CF-2CBADE126B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08173F-5B7B-619E-697A-B25496A11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92FEB8-F2E7-D151-9FD7-2FFF0CF5E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AA31-7B3B-63C1-4639-199DF666D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F3930A2-566A-EFA0-E526-18DA73B2C3B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3183358-BA3F-3255-722A-9250519D1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4C8945-FDEC-F884-86D6-2C8592124D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13A0EE-ED75-7A82-E6DA-C8B70479D3ED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FEF528-0F33-068F-0B62-7B0BAB97F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0AA987A-3519-8953-322A-5F344DFEE0F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0150106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E8CD7A-219D-557B-386B-4BF4E487A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99F870-45F6-C37F-C421-C2C6D2D42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9AD3EDF-D010-FE4F-32DD-71773CCF0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842681-98D5-9899-4446-8634CCD5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2BA472-17E7-06C6-5E8F-48DF3853E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87FCBD-E741-7E47-D7AD-B5D516545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16560</TotalTime>
  <Words>1915</Words>
  <Application>Microsoft Office PowerPoint</Application>
  <PresentationFormat>Widescreen</PresentationFormat>
  <Paragraphs>498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128</cp:revision>
  <dcterms:created xsi:type="dcterms:W3CDTF">2025-08-31T14:43:51Z</dcterms:created>
  <dcterms:modified xsi:type="dcterms:W3CDTF">2025-09-21T07:03:57Z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