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79"/>
  </p:notesMasterIdLst>
  <p:sldIdLst>
    <p:sldId id="375" r:id="rId2"/>
    <p:sldId id="376" r:id="rId3"/>
    <p:sldId id="377" r:id="rId4"/>
    <p:sldId id="378" r:id="rId5"/>
    <p:sldId id="379" r:id="rId6"/>
    <p:sldId id="380" r:id="rId7"/>
    <p:sldId id="381" r:id="rId8"/>
    <p:sldId id="382" r:id="rId9"/>
    <p:sldId id="383" r:id="rId10"/>
    <p:sldId id="384" r:id="rId11"/>
    <p:sldId id="385" r:id="rId12"/>
    <p:sldId id="386" r:id="rId13"/>
    <p:sldId id="387" r:id="rId14"/>
    <p:sldId id="388" r:id="rId15"/>
    <p:sldId id="389" r:id="rId16"/>
    <p:sldId id="390" r:id="rId17"/>
    <p:sldId id="391" r:id="rId18"/>
    <p:sldId id="392" r:id="rId19"/>
    <p:sldId id="393" r:id="rId20"/>
    <p:sldId id="394" r:id="rId21"/>
    <p:sldId id="395" r:id="rId22"/>
    <p:sldId id="396" r:id="rId23"/>
    <p:sldId id="397" r:id="rId24"/>
    <p:sldId id="398" r:id="rId25"/>
    <p:sldId id="399" r:id="rId26"/>
    <p:sldId id="400" r:id="rId27"/>
    <p:sldId id="401" r:id="rId28"/>
    <p:sldId id="402" r:id="rId29"/>
    <p:sldId id="403" r:id="rId30"/>
    <p:sldId id="404" r:id="rId31"/>
    <p:sldId id="405" r:id="rId32"/>
    <p:sldId id="406" r:id="rId33"/>
    <p:sldId id="407" r:id="rId34"/>
    <p:sldId id="408" r:id="rId35"/>
    <p:sldId id="409" r:id="rId36"/>
    <p:sldId id="410" r:id="rId37"/>
    <p:sldId id="411" r:id="rId38"/>
    <p:sldId id="412" r:id="rId39"/>
    <p:sldId id="413" r:id="rId40"/>
    <p:sldId id="414" r:id="rId41"/>
    <p:sldId id="415" r:id="rId42"/>
    <p:sldId id="416" r:id="rId43"/>
    <p:sldId id="417" r:id="rId44"/>
    <p:sldId id="418" r:id="rId45"/>
    <p:sldId id="419" r:id="rId46"/>
    <p:sldId id="420" r:id="rId47"/>
    <p:sldId id="421" r:id="rId48"/>
    <p:sldId id="423" r:id="rId49"/>
    <p:sldId id="422" r:id="rId50"/>
    <p:sldId id="424" r:id="rId51"/>
    <p:sldId id="425" r:id="rId52"/>
    <p:sldId id="426" r:id="rId53"/>
    <p:sldId id="427" r:id="rId54"/>
    <p:sldId id="428" r:id="rId55"/>
    <p:sldId id="429" r:id="rId56"/>
    <p:sldId id="430" r:id="rId57"/>
    <p:sldId id="431" r:id="rId58"/>
    <p:sldId id="432" r:id="rId59"/>
    <p:sldId id="433" r:id="rId60"/>
    <p:sldId id="434" r:id="rId61"/>
    <p:sldId id="435" r:id="rId62"/>
    <p:sldId id="436" r:id="rId63"/>
    <p:sldId id="438" r:id="rId64"/>
    <p:sldId id="437" r:id="rId65"/>
    <p:sldId id="439" r:id="rId66"/>
    <p:sldId id="440" r:id="rId67"/>
    <p:sldId id="441" r:id="rId68"/>
    <p:sldId id="442" r:id="rId69"/>
    <p:sldId id="443" r:id="rId70"/>
    <p:sldId id="444" r:id="rId71"/>
    <p:sldId id="445" r:id="rId72"/>
    <p:sldId id="446" r:id="rId73"/>
    <p:sldId id="447" r:id="rId74"/>
    <p:sldId id="448" r:id="rId75"/>
    <p:sldId id="449" r:id="rId76"/>
    <p:sldId id="450" r:id="rId77"/>
    <p:sldId id="451" r:id="rId7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C089A8A8-FAC4-46A1-8029-FA1F33A9A89D}">
          <p14:sldIdLst>
            <p14:sldId id="375"/>
            <p14:sldId id="376"/>
            <p14:sldId id="377"/>
            <p14:sldId id="378"/>
          </p14:sldIdLst>
        </p14:section>
        <p14:section name="04 Creating a New ArchiMate Model" id="{F649414F-4716-4DF5-9416-A24773F94DD4}">
          <p14:sldIdLst>
            <p14:sldId id="379"/>
          </p14:sldIdLst>
        </p14:section>
        <p14:section name="05 The Model Tree" id="{D9BB7177-C3C2-4255-92F8-84B535C83FDB}">
          <p14:sldIdLst>
            <p14:sldId id="380"/>
            <p14:sldId id="381"/>
            <p14:sldId id="382"/>
            <p14:sldId id="383"/>
            <p14:sldId id="384"/>
            <p14:sldId id="385"/>
            <p14:sldId id="386"/>
            <p14:sldId id="387"/>
            <p14:sldId id="388"/>
            <p14:sldId id="389"/>
            <p14:sldId id="390"/>
            <p14:sldId id="391"/>
            <p14:sldId id="392"/>
          </p14:sldIdLst>
        </p14:section>
        <p14:section name="06 Views in Archi" id="{BFCED128-08C0-4FFC-8E63-E76280839A49}">
          <p14:sldIdLst>
            <p14:sldId id="393"/>
            <p14:sldId id="394"/>
            <p14:sldId id="395"/>
            <p14:sldId id="396"/>
            <p14:sldId id="397"/>
            <p14:sldId id="398"/>
            <p14:sldId id="399"/>
            <p14:sldId id="400"/>
            <p14:sldId id="401"/>
            <p14:sldId id="402"/>
            <p14:sldId id="403"/>
            <p14:sldId id="404"/>
            <p14:sldId id="405"/>
            <p14:sldId id="406"/>
            <p14:sldId id="407"/>
            <p14:sldId id="408"/>
            <p14:sldId id="409"/>
            <p14:sldId id="410"/>
            <p14:sldId id="411"/>
            <p14:sldId id="412"/>
            <p14:sldId id="413"/>
            <p14:sldId id="414"/>
            <p14:sldId id="415"/>
            <p14:sldId id="416"/>
            <p14:sldId id="417"/>
            <p14:sldId id="418"/>
            <p14:sldId id="419"/>
          </p14:sldIdLst>
        </p14:section>
        <p14:section name="07 Viewpoints" id="{640B5C3D-8708-42AD-B570-3A79DCBA95E0}">
          <p14:sldIdLst>
            <p14:sldId id="420"/>
          </p14:sldIdLst>
        </p14:section>
        <p14:section name="08 The Properties Windows" id="{E49791E6-1F02-46D6-9327-1B8C8FB5C179}">
          <p14:sldIdLst>
            <p14:sldId id="421"/>
            <p14:sldId id="423"/>
            <p14:sldId id="422"/>
            <p14:sldId id="424"/>
            <p14:sldId id="425"/>
            <p14:sldId id="426"/>
            <p14:sldId id="427"/>
            <p14:sldId id="428"/>
            <p14:sldId id="429"/>
            <p14:sldId id="430"/>
            <p14:sldId id="431"/>
            <p14:sldId id="432"/>
          </p14:sldIdLst>
        </p14:section>
        <p14:section name="09 The Navigator Windows" id="{2421EA9B-CC8D-47A2-8EED-3E099BC3B770}">
          <p14:sldIdLst>
            <p14:sldId id="433"/>
          </p14:sldIdLst>
        </p14:section>
        <p14:section name="10 The Visualizer Windows" id="{A32877F4-BC1D-4DF2-A7AB-F6DE5154D667}">
          <p14:sldIdLst>
            <p14:sldId id="434"/>
          </p14:sldIdLst>
        </p14:section>
        <p14:section name="11 The Hints Windows" id="{55ACA91F-47D3-416C-B81A-C6FB7922F965}">
          <p14:sldIdLst>
            <p14:sldId id="435"/>
          </p14:sldIdLst>
        </p14:section>
        <p14:section name="12 The Outline Windows" id="{657914DC-8CF3-49A9-BDD7-90CFC083E5F1}">
          <p14:sldIdLst>
            <p14:sldId id="436"/>
          </p14:sldIdLst>
        </p14:section>
        <p14:section name="13 Tools (Menu)" id="{7251F290-00DA-40B8-80B8-5197B2F8908B}">
          <p14:sldIdLst>
            <p14:sldId id="438"/>
            <p14:sldId id="437"/>
          </p14:sldIdLst>
        </p14:section>
        <p14:section name="14 Opening, Saving and Printing" id="{99C47E21-881E-400A-A34E-55836DBFBE5A}">
          <p14:sldIdLst>
            <p14:sldId id="439"/>
          </p14:sldIdLst>
        </p14:section>
        <p14:section name="15 Exporting and Importing the Model in CSV Format" id="{5024DF7D-71F1-4B58-B5C2-CC4E764A0131}">
          <p14:sldIdLst>
            <p14:sldId id="440"/>
          </p14:sldIdLst>
        </p14:section>
        <p14:section name="16 Importing Another Model into the Current Model" id="{C42B7A63-124D-4983-A3F4-7E092CCC0129}">
          <p14:sldIdLst>
            <p14:sldId id="441"/>
          </p14:sldIdLst>
        </p14:section>
        <p14:section name="17 The Open Group Exchange File Format" id="{CC3D4C34-86D5-413D-AA80-BFB0B4DCF6F8}">
          <p14:sldIdLst>
            <p14:sldId id="442"/>
          </p14:sldIdLst>
        </p14:section>
        <p14:section name="18 Reporting" id="{AA3492BF-DE8D-4678-8818-572DB505AA25}">
          <p14:sldIdLst>
            <p14:sldId id="443"/>
            <p14:sldId id="444"/>
          </p14:sldIdLst>
        </p14:section>
        <p14:section name="19 Templates" id="{702EA777-20EC-4DE9-899C-A977FAD3BA41}">
          <p14:sldIdLst>
            <p14:sldId id="445"/>
          </p14:sldIdLst>
        </p14:section>
        <p14:section name="20 Relationships in ArchiMate" id="{BBE2E786-B324-483F-A4AD-9FEB6F5AC0C8}">
          <p14:sldIdLst>
            <p14:sldId id="446"/>
          </p14:sldIdLst>
        </p14:section>
        <p14:section name="21 The Sketch View" id="{894C5B65-64E5-4256-B8A3-477B4B2AA390}">
          <p14:sldIdLst>
            <p14:sldId id="447"/>
          </p14:sldIdLst>
        </p14:section>
        <p14:section name="22 The Canvas Modeling Toolkit" id="{9960698C-9BB3-44ED-AEF8-74F4A9A4B1CA}">
          <p14:sldIdLst>
            <p14:sldId id="448"/>
            <p14:sldId id="449"/>
            <p14:sldId id="450"/>
            <p14:sldId id="451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18A2C"/>
    <a:srgbClr val="262626"/>
    <a:srgbClr val="616A78"/>
    <a:srgbClr val="D87C1B"/>
    <a:srgbClr val="000000"/>
    <a:srgbClr val="1D7CB8"/>
    <a:srgbClr val="1D7CB9"/>
    <a:srgbClr val="626A78"/>
    <a:srgbClr val="B18B2C"/>
    <a:srgbClr val="DA7C1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6" autoAdjust="0"/>
    <p:restoredTop sz="93994" autoAdjust="0"/>
  </p:normalViewPr>
  <p:slideViewPr>
    <p:cSldViewPr snapToGrid="0">
      <p:cViewPr varScale="1">
        <p:scale>
          <a:sx n="66" d="100"/>
          <a:sy n="66" d="100"/>
        </p:scale>
        <p:origin x="60" y="264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microsoft.com/office/2018/10/relationships/authors" Target="author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82" Type="http://schemas.openxmlformats.org/officeDocument/2006/relationships/theme" Target="theme/theme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C223EFC-526B-4EF2-8A0A-F01C60CA2A67}" type="datetimeFigureOut">
              <a:rPr lang="en-US" smtClean="0"/>
              <a:t>9/15/2025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AF72F06-F6ED-43C1-A86D-15B5F2AFDEC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14834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738148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93F8A5-D0FA-3F93-3828-52BB1A1E95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F8541C-54D7-56A9-341F-7A7303D29B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DC36AE-34FD-3E2B-5B20-65822473F2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3405EC-C791-5D36-3A04-AFA58CE0E9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47568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85EEF-5203-823D-121B-645C19F40D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776F7B-B561-252B-DADC-54F96A4EDF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3A3BC56-8F11-CDC1-6BE9-33020C9C2E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8DA1D4-45B4-8FF7-9444-2D61418021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703078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045F2C-9559-B46F-0116-9FE4598337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6A6C9E-249A-0422-2DA9-5CA953B2AFA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8C9EED3-A407-9A24-EE2D-7307EEC798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BEBB1E-1A2C-361B-2B95-27F49A78A40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50353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C3D25C-E426-AF3A-C5C9-36F25F934D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037CD74-1157-3810-0CA8-BA446FCB87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8E9EB5-9DD6-7F2F-3358-E3CB3AF9F8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BD348C-65F3-415E-A65A-00613DF9CA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157225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25A2AE-3B4A-11EB-944C-1D1442FD80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1892B57-A201-7B71-D29A-3865930344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12F928-B555-9981-1065-C17AE913BA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378B39-25BB-4381-98FB-EA9DB40F3A4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709993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65BD01-7083-43D9-D1AA-EB28604272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F5440B2-6F08-3465-E9A9-069F56BD80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EB359DF-AF85-936F-E8C7-79798F8BF8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0ED5D6-5875-7E0E-3EC1-564EEBB0BF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5853011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55193E-0B80-8A3D-EA5B-10BC1934DB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072C6E-2753-9EAB-BC09-AF2CFD7D6F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51395E0-045F-7186-9401-C4C37983DF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042273-CB15-D588-5F5C-8079705AEA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197160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502E42-67C0-7A65-85DA-D94AD609B7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2C7FD3-37AA-4F4E-9BBE-CA4A63BBC1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B21405-ADE9-FEF5-A949-D22FB254B8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0C1AEF-B506-1B3D-414F-840F8E0767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925026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E25F2B-E0DB-1DF7-E858-8A1DF1D75A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56BAC4-2AA6-C2D4-BF0F-E2E41B1DAB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5A698E-2C05-9432-266C-D11B1573F8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BCC6E0-C2C8-5A78-325D-1116D059F66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4350515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F28763-77B9-5DAB-A648-8F1268BB94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6F4EE18-C638-0C31-6D14-8E04E7CDCB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7B283CE-ACE4-4387-485C-05D51E2387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042DF9-D6E7-3536-3B70-998DEB657C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420603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230BF6-E72F-4EE9-D75D-3896CFA926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CFD546-4A55-82BB-DC47-3044781FE2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B8764A-12B0-ECC1-C155-2A52BACA07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FE5DDD-0CDB-6ACB-87E0-E4F3549752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25082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1A69D1-CA83-AEB9-DBED-B642353B00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460F80-9389-BEDA-08EB-9F07B0F29C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BEB310-5E88-1C9B-FEA5-6E0B545BC6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51DA87-C3A6-2F54-2178-7ED3E965EF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1549105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8BDB07-C866-B877-0BBE-68FA1436D0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4FD2A3-930A-4950-2481-5A59D1FE4D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827156C-2A85-4100-5B7B-C762714B44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AD8A25-E312-B694-DE18-05A99F1D83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124513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F85A09-8BDD-47DC-999A-7421305B77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E335EE-1785-3A5E-18A2-89468C1876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92C0E3-B064-3E1D-B76B-C6B2D7D375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CC5667-D60F-E0CC-1971-D689BDDF78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7415151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69A30B-0A84-0A6B-47ED-79D57707FF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2E58DA-32CA-89A0-0A66-470F74F296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728DAA3-B51D-5AC9-0BF0-9D18485506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A84A28-22D1-1271-8C77-0E971EBCE5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532576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8180BC-B23C-6ABE-9E15-A0A9DDBC28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DE56BD-9599-427F-C1BB-AE4C699796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0AF2FE-41D6-CFB1-2E66-EA05130968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D88099-47E4-6DC6-B316-67F549EF650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973333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223ACD-B710-879A-89BC-FF89121458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207B1D-BA9A-74CD-7958-2AF98FF814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D1B796-CC33-80E5-412B-0652101651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35FE20-2B68-D3E5-631E-109D122803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1235420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C3D067-E85A-7DD8-CE71-3BAF915958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19F38F-0707-A982-E1D9-875A6C87D5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CADD2C-354D-7898-50B1-C176D0B320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AE068C-0A59-53CC-7339-129A28FB5A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037252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C420FD-91B1-E9EF-7AAD-88D2FCE3BC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69C296F-865B-0CD8-F92B-4D740B4024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F289CF-40C2-7AB0-FCC7-A1A4D59D30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5E7DFA-55B3-91B3-5961-234D15A6FC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9908730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1410CC-6CB8-03CE-CA8F-0AAD5C9C47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13CAD3-E3C8-9915-18E6-48A2C83E26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613707C-E3DF-2D94-8CBC-F09E8DA842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D52D54-F861-E2CA-C40D-5A9555B4CE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21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9842240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F05A50-3143-98C9-B4A7-60442C59DF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982F9A-A7DC-A8BE-2492-21D61118C9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FFD87BD-C449-163A-7CF0-2FF1489F2C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B7C92-E62E-A2B0-2C7F-E4BB449019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22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5522007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2D2C72-0549-074C-06A5-CF03C8E1AF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6F208A-E625-501A-502E-CE4818B1FF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06A5D2-F838-A71C-8173-32DDD83647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F36695-0110-E774-A24B-800A1D7CB3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945759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87DDF4-4F66-03F9-8B10-CDC8D520B7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48EBC4-4ABA-DA9D-1FD9-CC034938DE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BA7B6D-F04C-6F63-11F6-7464B8479F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4790C0-BEBE-64C5-18F6-3CE09EA0A0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24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804692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BF40E1-6B40-1AD2-4025-929F2981A2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D5A10F-D628-EE84-50F5-686A9BF4AB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32D3B6-41B0-561F-9FD4-7EF7B1148E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A89463-DDCE-22E5-3FDE-5C33F814B5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428208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DAD6CF-8A04-F67E-1CA0-1C8F1971A7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235EA1-31A6-50CB-9686-F35CAD89A6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9D5886-997A-B716-6114-DA2AED3AA5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1850F5-4B02-6F99-C00C-1FB084AB7A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909003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8D7B53-A220-AF6A-B3DF-2BF178B645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700DD7-80D9-1198-33D8-AB7D1DF4A9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7BEB0A-2E63-D33A-68D4-EA8C697934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899B28-466F-B100-AF4A-DB1AFD81D4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27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113090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B1A5A8-3378-B250-B823-E6B71EFA12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B2D1C7-4E7C-6DE1-E946-4CA6891543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10C0DA-1BBB-8F47-DE2F-AAF5632EC3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9D44B7-E6C3-E276-5651-C5DCE44028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28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146587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85B2C6-B997-D698-2892-546DB07C03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3BBBF1F-7CAE-4297-73BE-7145EE693E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39E3EF-2E23-62AB-7E74-757A3983B3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68D2E5-AE74-8F84-B7B4-AB37D922C55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29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16849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2AA44-36DE-8A72-2688-6E9B745322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A54146-3619-F47A-018B-0525DF908B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662CBE0-6508-4F16-0EB4-A66B61392E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F33FCE-3780-F453-3149-EED3412239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30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693714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BE3C99-B4F8-4829-E5C8-DD734E21BC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2674B13-8981-5A6C-3696-558FD73A3A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80BCFE-CD07-CBC7-D71D-3EF29FD6AB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BF4559-71BC-0523-353C-1C44ACCDD0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31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1969878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838E34-4586-3866-E059-D64CCB9270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7CFCCA-6AB7-0E16-F8E4-FCF57CF729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A11769-A818-4444-D213-76C03F01C6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EEBEE7-3F90-2DA8-6686-A67D111FEF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32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7380337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2B2A84-7104-B2D9-CF90-5D8F620854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A523CD4-791F-876D-7480-27C9A24D59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5E1088-5349-C80B-A521-66DDE0C297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72FC47-EF57-3AD2-B9B7-8CFE6D308B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33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150893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AB7E4C-E9C1-FFF9-933D-9EDB25D383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AA5D3A-18E4-92FD-9EA6-94D818A62A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CA581E-E5E2-66E7-E943-D0637BAB1C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156348-6D49-ADFC-7D4B-BB33CB8DB5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34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37710808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57A7EF-25AB-C739-7A0D-78E6A393CC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9F7D71-24F2-67C5-AD5B-C1A11ACD93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92267C-DD4A-F96C-4932-19DF6BDA72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DA216D-84F3-FD29-7F47-12C540DB82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35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27475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8350F2-5926-71C2-0F39-EC916E3EB1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375C158-3C03-09CD-66D1-E2DECBB53B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3EA60B-6C2F-DDD5-B97F-8A907CC184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8184E7-7019-ABBD-0874-3806D495DC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36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7722289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9A1190-167C-DDC1-1B01-3AFE868318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3BED79-AF2F-39AB-57F3-BF07581E26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A2E657-280A-25B2-4714-E6F73CEE97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2BA97A-1ECA-44DB-DAD1-FA0E35AB0F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37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4566999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93FBC0-371C-BAF4-A0C4-5F1D00349C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2B7F9E4-3FB0-FE6B-DCAC-52A8ECF9BA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97B78C-1E31-9650-F006-D0CF7436FB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EEB419-0015-AC15-0AF4-BA9270B480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38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0282797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A628F1-F5FB-4AAD-A407-AD3A52E85B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3F48BDA-F185-0457-E441-D09FE1C555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47CD05E-1076-D886-6D80-E4E31A0DDC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3D097D-86F5-E322-9170-5200BCAA26C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39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7871352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E2DFBF-753C-2895-F242-31C1B2CB56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418B01-5761-40B7-089D-FC46B8580E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8E3019-05A6-356B-440B-4139EEAFDE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6BE391-B850-3D9A-F00C-1524A2FE60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40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3316485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8BD9DC-3225-91DC-5A95-66716129B8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856A99-5AFD-06B3-D5F2-04B5A5622E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07060CD-E0C0-F6E8-2638-9D9FD585C4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305BB7-60FF-DFB6-BA99-FCD7FA2337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41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5634570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B89CC0-F97B-A45F-C44F-9D5F2D8804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C5D483-048B-AE4A-FCD0-F506ADFBB5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BACADB-8BF1-7061-877D-136E4F780D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E80D4C-7030-CDF8-58B6-95871C9CD9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42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265580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6445F0-45DE-CF58-E4FA-238D1121A5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CEAB3DD-769B-2126-BB71-8C742E51C7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D2580C-4585-0E79-74D9-4C54EBE86E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6817EF-FC21-6315-1BE9-BD66088760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43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1165413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1AE8E7-0F6D-C9B0-BE1C-62648805C6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8DFC4E-C98A-D266-F513-F9F074532F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D4043E2-3A42-3DA7-5BBA-56C1BC2A34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A6EDB8-FB8E-C7EA-825C-E3E433ED49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44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0612404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407752-15F2-93D6-AD4A-508D34973B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A09F9D0-2893-B41C-457E-D03290CEC0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D760A6-E8A6-64E1-CC8D-D753D9B789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EEE09A-148D-3AE8-BA1B-E42C000496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45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0056155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8E7D44-EFC3-1434-EA8C-D5E97D0AB4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DCF805-5A1F-35E3-6CB2-0FD41BFBA2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7462A6-1CAB-8BEF-97BC-935F664E5C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27D9B8-8078-2D42-61C9-D4529BA269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46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9695749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5E4A35-C8BA-C001-0A8F-1C9CE2C933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F04A6A1-FAB3-459B-38FB-F662F7569D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AAF788-38BC-91C3-FC59-DC949ABDA5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459251-8247-9BDE-B796-E58C92F5C64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47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9065748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0329A7-B2D0-DD2F-A9C8-D1A464B2BD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D3D26BA-BD8A-18D9-2E3D-035B587BF4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37026FE-FDED-CA3D-CAFE-1DCBA16920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FB30FF-635F-9F6F-DE7C-881AD33E0F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48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5366737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81F3D6-6016-4DCE-F2F4-6C2871D512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D6BC9E8-C5A6-194A-BECA-9E40C5BDE4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2E5289-8DC7-A55E-6601-983160ED23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78B367-8828-428D-80F4-FA07844DB7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49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7308135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E7B49E-FA2B-1920-7A5D-BD4271E964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5B5315-088F-B7F9-6A29-30EDC2C863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C031FD-84CF-23B6-4C2C-13B93D7868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5E7CBC-0403-1A0E-9248-3958E4204E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50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3274130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407465-F630-614E-7255-1336143481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F3B211-16B3-1EA1-F7F9-D42263B610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7794F3-5B85-F984-A78A-37690BDC42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3552DA-99A0-DB81-718D-DA4268DE54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51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3181325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15DB6B-059C-3F51-84BA-BAD505B508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81DB88-5125-69D9-D57A-B02D4692C2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BAEBDA-83D2-5D27-6DB2-7225BD37C8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F519AD-B061-52FB-A3EE-DFD283EE800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52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03069396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951360-649C-BABF-E076-72495B93A2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19C2BA-F783-3B58-7120-74A98F93B5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AAD2E3-50AC-C503-6195-24B70A951B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0E933E-0E78-341F-F332-253153FAE63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53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2471747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402196-7BD5-9D03-6BB1-CC53D4A62D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5C087A-4B41-268A-0361-C8459CC785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13317A-CF54-A2E0-97F4-0BD0EE76DA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4A202E-F387-DFEB-4FF7-4234757E1F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54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920706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D75EB4-2F5B-16D1-AA30-2D98FA2485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8E1BC7-0E73-F03B-3BCE-FB8552B37B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5514EC8-54EE-4D70-C138-0AB435B014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4963D8-981E-BACA-88C0-F4B71348D0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55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2444926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8576E7-6DC1-C415-FD4B-7B5FD0F124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B966ED-57A1-BE7A-143C-CC65A5B7F4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92E214-3682-5DF6-ACA7-AC7269AE57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B84B16-E11E-EDA0-E2CC-E4ABA4FAE5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56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9452878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515F21-AE75-B8A0-E446-3829BC85A1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5AD991-7AC8-8B64-9882-215ABCD0F2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7F46B8-04DD-28D5-D036-AB7CB105E6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DB9C7A-1D20-675C-2713-88B3913ABB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57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8586439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B23D1A-5D1D-22C0-F1F4-D8A45CEC53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79E993-8616-99E8-64C7-E5AD799B3D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427AC7-4E67-392B-A387-8B6224755D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6A8191-1D53-04D0-DB36-4B66EBB2D5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58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1790847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6B1727-F99C-CAE5-F5E5-1F797993BC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AD9CA9-C130-333C-C7A7-99406ADA7A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FCA626-725C-69C2-F5BA-4ACECCA81C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6C3684-180E-BDD5-215C-DE07FF6560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59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150867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B3DE84-F743-752D-0030-6DE76D49E9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1FDCCD-B921-6D53-9898-FB615820FC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9D2D1D-4C97-0C21-7612-6FC968BEA2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ED0F36-C2BE-F0AD-BC70-A89C45B54F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60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0924735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89EF2E-FA87-72B3-C4B2-9EBFB339ED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6C7AF1C-87AA-701B-BFA5-4E1D8F4D6A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33D8AF1-5240-91C1-D721-3882033E84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AF30CA-4B0C-386A-6379-D692112ADD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61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1060292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A56A07-C363-EFEA-61C7-2BE43CAA86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0FAEB0-FF2D-92F7-B106-76C5F5EE7A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D201DD-08E2-AC3D-1FC3-75201AFA38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B62A31-61FE-684D-61BC-0701016F6A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62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85548499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166268-483C-0C27-D96C-64F1E268C4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DA511C-E530-C763-8440-92FA4BEE3C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44AC23-B784-24CC-DEB2-0B659A5F57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2753AA-36A5-605B-3AD2-F99A0A9965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63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237007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BD8A17-2464-B4C0-DECB-18EB216BFD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7A8FD8-89DF-CBC2-AC4B-9B7D6CA37B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B2EC20-656E-DAB8-5CF0-B500E81148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4FDA54-D2CD-7979-3E93-28820F2454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64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6636873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2BD6B4-6DAE-763A-C011-09072F5B24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B924855-1516-15CF-3D08-3BA9677521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C089FE-F6B5-CE89-F3DA-B9838C7C23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10904E-69FE-BC6E-342B-4B1F244854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65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9333740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00A703-D475-E1CA-7250-7EE7E7F007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8A88D59-C1D6-BFAE-39FD-8CADB1B3B8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9C329B-C2CE-A428-4B5A-FC72A6B871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374A89-2E70-5FF5-1280-14841F9CA9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66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94156876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873109-8CF5-A18C-1D51-DC5D53C389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FEC0BC3-CC43-33C5-55CE-B28FA3CE4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A5E802-933C-329C-7449-CA1ECC5132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9225F4-3838-A367-CF21-F5C82B69161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67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5547774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0E3E36-680E-1993-C133-05BF28864F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61962C1-B4AA-EBD3-2C0B-161EBA6D20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ED6C280-0AE8-9412-415C-E38B1EBB9F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FC34FC-0B01-E683-EF61-8FEA41ED380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68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0644529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3D0A2C-7D52-0EEC-DC3C-48C83F0D33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EB8AB7-8B8D-79A5-8D84-3558AC1320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CAAF77-6980-B5A3-13B7-0C09BF4E5E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674585-B0DF-5919-4053-F2D49A446F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69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2349043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1F3C51-0DB0-F880-23C9-BE8477ABC5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5E4E46-1C52-542D-4A2B-5A529C972F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536B9D-6E2B-F269-3604-46C93BD430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B9C8E6-04B8-B62E-1ACE-48B1268F962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70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24479232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EC42EC-3B1E-1D0A-E61E-7D66243165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29207E-5CE8-CA0B-8EF3-7859E1B873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14AC18-56E7-003E-6E21-E0755D28FA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D7CF0E-C73D-FAB3-7596-6AE57F0078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71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4837943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17782F-BC66-FAA4-EDB1-6B0669C519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123AAA5-5A2E-4177-2E93-FF541CF36B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CCE35D-87E5-C93C-E433-3759CC0FCF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BAFA51-7AC3-0A68-A8EC-76F070AE3AF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72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33737870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8CBC65-9592-E240-B6F6-2563987A33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E3F49D-CFFF-246E-43B0-7B315482D6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0B8D1F-1B5B-65EE-3A0B-7D8E48F90C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8AA783-13AE-449C-EF85-2A6CF2C5D5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73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683338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D8F0D9-40E4-06E9-A610-A71AFB298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4888287-9809-D0FF-6182-6D88320CA3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0CDB63-B020-DAD1-92DD-786FB33309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E6663F-8EAA-12D8-D6E2-4BB8D1AFB7C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74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600854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42017A-CAA8-2BA6-89EB-BD2272AC3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F8EFC6-AAFC-0976-5FF6-AE53F42F72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12243F-A646-B916-1E53-EC416720D4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B6CE09-4704-FFC8-FA70-3D3F7FB6B8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75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80440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AED76D-1EAD-5B42-E0BB-1FCA1F65EF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FB8F1B-2970-4B55-A085-DC4B645086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144FC4-0FCA-F899-D8EC-884C8F8051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6A2E46-BC1A-F363-F873-F30263020F6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76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27061283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338B7C-F09F-70FC-6061-D0173748DF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420701-A5FF-E01E-136E-49DA681723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A271877-D4E1-8327-1645-B4D6DB5702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0A46EB-59CF-DD6A-7A6D-7059C754C1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77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50474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461192D4-3DEB-49BB-8F09-91031D57C7DB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12196224" cy="6858000"/>
          </a:xfrm>
          <a:solidFill>
            <a:schemeClr val="accent1"/>
          </a:solidFill>
        </p:spPr>
        <p:txBody>
          <a:bodyPr tIns="1280160" anchor="ctr">
            <a:noAutofit/>
          </a:bodyPr>
          <a:lstStyle>
            <a:lvl1pPr algn="ctr">
              <a:defRPr sz="2000"/>
            </a:lvl1pPr>
          </a:lstStyle>
          <a:p>
            <a:r>
              <a:rPr lang="en-US" dirty="0"/>
              <a:t>Click to insert image here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194C4FA-8597-7449-A0F1-38E8A1C6B85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-11018" y="1526016"/>
            <a:ext cx="12188952" cy="2031324"/>
          </a:xfrm>
          <a:solidFill>
            <a:schemeClr val="tx1">
              <a:lumMod val="85000"/>
              <a:lumOff val="15000"/>
              <a:alpha val="60000"/>
            </a:schemeClr>
          </a:solidFill>
        </p:spPr>
        <p:txBody>
          <a:bodyPr lIns="868680" tIns="91440">
            <a:normAutofit/>
          </a:bodyPr>
          <a:lstStyle>
            <a:lvl1pPr>
              <a:defRPr sz="40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5574772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Image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3">
            <a:extLst>
              <a:ext uri="{FF2B5EF4-FFF2-40B4-BE49-F238E27FC236}">
                <a16:creationId xmlns:a16="http://schemas.microsoft.com/office/drawing/2014/main" id="{63C9361F-F5AC-124A-A751-F276961C97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3175" y="528629"/>
            <a:ext cx="10542707" cy="479900"/>
          </a:xfrm>
        </p:spPr>
        <p:txBody>
          <a:bodyPr lIns="0" tIns="0" rIns="0" bIns="0" anchor="t">
            <a:noAutofit/>
          </a:bodyPr>
          <a:lstStyle>
            <a:lvl1pPr>
              <a:defRPr sz="3600" b="1"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Click to edit master title text</a:t>
            </a:r>
            <a:br>
              <a:rPr lang="en-US" dirty="0"/>
            </a:br>
            <a:endParaRPr lang="en-US" dirty="0"/>
          </a:p>
        </p:txBody>
      </p:sp>
      <p:sp>
        <p:nvSpPr>
          <p:cNvPr id="23" name="Text Placeholder 11">
            <a:extLst>
              <a:ext uri="{FF2B5EF4-FFF2-40B4-BE49-F238E27FC236}">
                <a16:creationId xmlns:a16="http://schemas.microsoft.com/office/drawing/2014/main" id="{E110C240-E84A-BB4D-911E-3069CAF91AA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33176" y="1018950"/>
            <a:ext cx="10542706" cy="47990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2800"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edit master title text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11B2370-69F6-454B-ACB1-3BCDAE4D8D56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833175" y="1963738"/>
            <a:ext cx="7320225" cy="4217987"/>
          </a:xfrm>
          <a:solidFill>
            <a:schemeClr val="accent1"/>
          </a:solidFill>
        </p:spPr>
        <p:txBody>
          <a:bodyPr anchor="ctr">
            <a:normAutofit/>
          </a:bodyPr>
          <a:lstStyle>
            <a:lvl1pPr algn="ctr">
              <a:defRPr sz="1600"/>
            </a:lvl1pPr>
          </a:lstStyle>
          <a:p>
            <a:r>
              <a:rPr lang="en-US" dirty="0"/>
              <a:t>Click to insert image here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5485AAEB-729B-0E45-AA2A-8821D226E74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960220" y="3888618"/>
            <a:ext cx="2389094" cy="47990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600" b="1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 dirty="0"/>
              <a:t>Click to edit master text style</a:t>
            </a:r>
          </a:p>
        </p:txBody>
      </p:sp>
      <p:sp>
        <p:nvSpPr>
          <p:cNvPr id="18" name="Text Placeholder 11">
            <a:extLst>
              <a:ext uri="{FF2B5EF4-FFF2-40B4-BE49-F238E27FC236}">
                <a16:creationId xmlns:a16="http://schemas.microsoft.com/office/drawing/2014/main" id="{3BA4E48D-7640-4648-AD2A-35EB9295CCF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960220" y="5322378"/>
            <a:ext cx="2389094" cy="85976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60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 dirty="0"/>
              <a:t>Click to edit master text style</a:t>
            </a:r>
          </a:p>
        </p:txBody>
      </p:sp>
    </p:spTree>
    <p:extLst>
      <p:ext uri="{BB962C8B-B14F-4D97-AF65-F5344CB8AC3E}">
        <p14:creationId xmlns:p14="http://schemas.microsoft.com/office/powerpoint/2010/main" val="22694616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full-bleed Image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itle 13">
            <a:extLst>
              <a:ext uri="{FF2B5EF4-FFF2-40B4-BE49-F238E27FC236}">
                <a16:creationId xmlns:a16="http://schemas.microsoft.com/office/drawing/2014/main" id="{3265DD9D-6018-7248-B068-226B5087E31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3175" y="528629"/>
            <a:ext cx="10540405" cy="479900"/>
          </a:xfrm>
        </p:spPr>
        <p:txBody>
          <a:bodyPr lIns="0" tIns="0" rIns="0" bIns="0" anchor="t">
            <a:noAutofit/>
          </a:bodyPr>
          <a:lstStyle>
            <a:lvl1pPr>
              <a:defRPr sz="3600" b="1"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Click to edit master title text</a:t>
            </a:r>
            <a:br>
              <a:rPr lang="en-US" dirty="0"/>
            </a:br>
            <a:endParaRPr lang="en-US" dirty="0"/>
          </a:p>
        </p:txBody>
      </p:sp>
      <p:sp>
        <p:nvSpPr>
          <p:cNvPr id="27" name="Text Placeholder 11">
            <a:extLst>
              <a:ext uri="{FF2B5EF4-FFF2-40B4-BE49-F238E27FC236}">
                <a16:creationId xmlns:a16="http://schemas.microsoft.com/office/drawing/2014/main" id="{2BB5A709-E25A-CC47-AE58-EC9F42EF121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33176" y="1018950"/>
            <a:ext cx="10540404" cy="47990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2800"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edit master title text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7BB3087-49AA-480C-A462-1133A6E7C6C7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-1" y="2066536"/>
            <a:ext cx="12188951" cy="4800602"/>
          </a:xfrm>
          <a:solidFill>
            <a:schemeClr val="accent1"/>
          </a:solidFill>
        </p:spPr>
        <p:txBody>
          <a:bodyPr anchor="ctr">
            <a:normAutofit/>
          </a:bodyPr>
          <a:lstStyle>
            <a:lvl1pPr algn="ctr">
              <a:defRPr sz="1600"/>
            </a:lvl1pPr>
          </a:lstStyle>
          <a:p>
            <a:r>
              <a:rPr lang="en-US" dirty="0"/>
              <a:t>Click to insert image here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60AF7B98-3554-234B-A9A0-828B8E3E869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0" y="2066537"/>
            <a:ext cx="6096000" cy="4800604"/>
          </a:xfrm>
          <a:solidFill>
            <a:srgbClr val="262626">
              <a:alpha val="61961"/>
            </a:srgbClr>
          </a:solidFill>
        </p:spPr>
        <p:txBody>
          <a:bodyPr lIns="1920240" tIns="274320" anchor="ctr" anchorCtr="0">
            <a:normAutofit/>
          </a:bodyPr>
          <a:lstStyle>
            <a:lvl1pPr marL="0" indent="0" algn="l">
              <a:lnSpc>
                <a:spcPct val="60000"/>
              </a:lnSpc>
              <a:buNone/>
              <a:defRPr sz="1600" b="0" i="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edit master</a:t>
            </a:r>
          </a:p>
          <a:p>
            <a:pPr lvl="0"/>
            <a:r>
              <a:rPr lang="en-US" dirty="0"/>
              <a:t>text style</a:t>
            </a:r>
          </a:p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343080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3 Content Horizont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0E667F-4D1E-EA4A-9BD5-F58C1A590CE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199" y="566928"/>
            <a:ext cx="10537683" cy="862621"/>
          </a:xfrm>
        </p:spPr>
        <p:txBody>
          <a:bodyPr lIns="0" tIns="0" anchor="t">
            <a:normAutofit/>
          </a:bodyPr>
          <a:lstStyle>
            <a:lvl1pPr>
              <a:defRPr sz="2800" b="1"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FDA66A47-2551-47FC-AF11-56C9D8900AD8}"/>
              </a:ext>
            </a:extLst>
          </p:cNvPr>
          <p:cNvSpPr>
            <a:spLocks noGrp="1"/>
          </p:cNvSpPr>
          <p:nvPr>
            <p:ph type="pic" sz="quarter" idx="32" hasCustomPrompt="1"/>
          </p:nvPr>
        </p:nvSpPr>
        <p:spPr>
          <a:xfrm>
            <a:off x="2895600" y="2022680"/>
            <a:ext cx="3200400" cy="1225296"/>
          </a:xfrm>
          <a:solidFill>
            <a:schemeClr val="accent1"/>
          </a:solidFill>
          <a:ln w="12700">
            <a:solidFill>
              <a:schemeClr val="accent5"/>
            </a:solidFill>
          </a:ln>
        </p:spPr>
        <p:txBody>
          <a:bodyPr anchor="ctr">
            <a:normAutofit/>
          </a:bodyPr>
          <a:lstStyle>
            <a:lvl1pPr algn="ctr">
              <a:defRPr sz="1600"/>
            </a:lvl1pPr>
          </a:lstStyle>
          <a:p>
            <a:r>
              <a:rPr lang="en-US" dirty="0"/>
              <a:t>Click to insert image</a:t>
            </a:r>
          </a:p>
        </p:txBody>
      </p:sp>
      <p:sp>
        <p:nvSpPr>
          <p:cNvPr id="13" name="Text Placeholder 5">
            <a:extLst>
              <a:ext uri="{FF2B5EF4-FFF2-40B4-BE49-F238E27FC236}">
                <a16:creationId xmlns:a16="http://schemas.microsoft.com/office/drawing/2014/main" id="{46A8B312-3B12-4FB7-8207-99056B6249D0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6107040" y="2022680"/>
            <a:ext cx="3200400" cy="1225296"/>
          </a:xfrm>
          <a:solidFill>
            <a:schemeClr val="accent5"/>
          </a:solidFill>
          <a:ln w="25400">
            <a:solidFill>
              <a:schemeClr val="accent5"/>
            </a:solidFill>
          </a:ln>
        </p:spPr>
        <p:txBody>
          <a:bodyPr lIns="438912" rIns="438912" anchor="ctr">
            <a:normAutofit/>
          </a:bodyPr>
          <a:lstStyle>
            <a:lvl1pPr marL="0" indent="0"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 dirty="0">
                <a:solidFill>
                  <a:schemeClr val="bg1"/>
                </a:solidFill>
              </a:rPr>
              <a:t>Click to edit master text style</a:t>
            </a:r>
          </a:p>
        </p:txBody>
      </p:sp>
      <p:sp>
        <p:nvSpPr>
          <p:cNvPr id="15" name="Picture Placeholder 3">
            <a:extLst>
              <a:ext uri="{FF2B5EF4-FFF2-40B4-BE49-F238E27FC236}">
                <a16:creationId xmlns:a16="http://schemas.microsoft.com/office/drawing/2014/main" id="{1889AF3F-A262-4DE7-9C9F-D0730B47D914}"/>
              </a:ext>
            </a:extLst>
          </p:cNvPr>
          <p:cNvSpPr>
            <a:spLocks noGrp="1"/>
          </p:cNvSpPr>
          <p:nvPr>
            <p:ph type="pic" sz="quarter" idx="33" hasCustomPrompt="1"/>
          </p:nvPr>
        </p:nvSpPr>
        <p:spPr>
          <a:xfrm>
            <a:off x="2895600" y="3470340"/>
            <a:ext cx="3200400" cy="1225296"/>
          </a:xfrm>
          <a:solidFill>
            <a:schemeClr val="accent1"/>
          </a:solidFill>
          <a:ln w="12700">
            <a:solidFill>
              <a:schemeClr val="accent5"/>
            </a:solidFill>
          </a:ln>
        </p:spPr>
        <p:txBody>
          <a:bodyPr anchor="ctr">
            <a:normAutofit/>
          </a:bodyPr>
          <a:lstStyle>
            <a:lvl1pPr algn="ctr">
              <a:defRPr sz="1600"/>
            </a:lvl1pPr>
          </a:lstStyle>
          <a:p>
            <a:r>
              <a:rPr lang="en-US" dirty="0"/>
              <a:t>Click to insert image</a:t>
            </a:r>
          </a:p>
        </p:txBody>
      </p:sp>
      <p:sp>
        <p:nvSpPr>
          <p:cNvPr id="30" name="Text Placeholder 5">
            <a:extLst>
              <a:ext uri="{FF2B5EF4-FFF2-40B4-BE49-F238E27FC236}">
                <a16:creationId xmlns:a16="http://schemas.microsoft.com/office/drawing/2014/main" id="{43E97BC8-22E4-3141-9608-84A945A42A89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096000" y="3470340"/>
            <a:ext cx="3200400" cy="1225296"/>
          </a:xfrm>
          <a:solidFill>
            <a:schemeClr val="accent5"/>
          </a:solidFill>
          <a:ln w="25400">
            <a:solidFill>
              <a:schemeClr val="accent5"/>
            </a:solidFill>
          </a:ln>
        </p:spPr>
        <p:txBody>
          <a:bodyPr lIns="438912" rIns="438912" anchor="ctr">
            <a:normAutofit/>
          </a:bodyPr>
          <a:lstStyle>
            <a:lvl1pPr marL="0" indent="0"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 dirty="0">
                <a:solidFill>
                  <a:schemeClr val="bg1"/>
                </a:solidFill>
              </a:rPr>
              <a:t>Click to edit master text style</a:t>
            </a:r>
          </a:p>
        </p:txBody>
      </p:sp>
      <p:sp>
        <p:nvSpPr>
          <p:cNvPr id="16" name="Picture Placeholder 3">
            <a:extLst>
              <a:ext uri="{FF2B5EF4-FFF2-40B4-BE49-F238E27FC236}">
                <a16:creationId xmlns:a16="http://schemas.microsoft.com/office/drawing/2014/main" id="{F4D375CF-42E3-43DD-814F-AC643A2908FE}"/>
              </a:ext>
            </a:extLst>
          </p:cNvPr>
          <p:cNvSpPr>
            <a:spLocks noGrp="1"/>
          </p:cNvSpPr>
          <p:nvPr>
            <p:ph type="pic" sz="quarter" idx="34" hasCustomPrompt="1"/>
          </p:nvPr>
        </p:nvSpPr>
        <p:spPr>
          <a:xfrm>
            <a:off x="2895600" y="4922214"/>
            <a:ext cx="3200400" cy="1225296"/>
          </a:xfrm>
          <a:solidFill>
            <a:schemeClr val="accent1"/>
          </a:solidFill>
          <a:ln w="12700">
            <a:solidFill>
              <a:schemeClr val="accent5"/>
            </a:solidFill>
          </a:ln>
        </p:spPr>
        <p:txBody>
          <a:bodyPr anchor="ctr">
            <a:normAutofit/>
          </a:bodyPr>
          <a:lstStyle>
            <a:lvl1pPr algn="ctr">
              <a:defRPr sz="1600"/>
            </a:lvl1pPr>
          </a:lstStyle>
          <a:p>
            <a:r>
              <a:rPr lang="en-US" dirty="0"/>
              <a:t>Click to insert image</a:t>
            </a:r>
          </a:p>
        </p:txBody>
      </p:sp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1B752F2A-0251-4959-80B1-17743D2F9FE4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6096000" y="4922214"/>
            <a:ext cx="3200400" cy="1225296"/>
          </a:xfrm>
          <a:solidFill>
            <a:schemeClr val="accent5"/>
          </a:solidFill>
          <a:ln w="25400">
            <a:solidFill>
              <a:schemeClr val="accent5"/>
            </a:solidFill>
          </a:ln>
        </p:spPr>
        <p:txBody>
          <a:bodyPr lIns="438912" rIns="438912" anchor="ctr">
            <a:normAutofit/>
          </a:bodyPr>
          <a:lstStyle>
            <a:lvl1pPr marL="0" indent="0"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 dirty="0">
                <a:solidFill>
                  <a:schemeClr val="bg1"/>
                </a:solidFill>
              </a:rPr>
              <a:t>Click to edit master text style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127BF259-DAF9-B243-B6F0-58E2A58BD7D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 sz="1200"/>
            </a:lvl1pPr>
          </a:lstStyle>
          <a:p>
            <a:fld id="{A52BEA90-E6BE-45F4-8D5D-C2E01FE3DBC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9823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4104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itle 13">
            <a:extLst>
              <a:ext uri="{FF2B5EF4-FFF2-40B4-BE49-F238E27FC236}">
                <a16:creationId xmlns:a16="http://schemas.microsoft.com/office/drawing/2014/main" id="{40DEA294-B1C6-9E48-A990-C4FC916393B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199" y="566928"/>
            <a:ext cx="10537683" cy="873436"/>
          </a:xfrm>
        </p:spPr>
        <p:txBody>
          <a:bodyPr lIns="0" tIns="0" rIns="0" bIns="0" anchor="t">
            <a:noAutofit/>
          </a:bodyPr>
          <a:lstStyle>
            <a:lvl1pPr>
              <a:defRPr sz="2800" b="1"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92A9031-5DBD-4AD9-9381-7F3F67DD857C}"/>
              </a:ext>
            </a:extLst>
          </p:cNvPr>
          <p:cNvSpPr>
            <a:spLocks noGrp="1"/>
          </p:cNvSpPr>
          <p:nvPr>
            <p:ph type="pic" sz="quarter" idx="31" hasCustomPrompt="1"/>
          </p:nvPr>
        </p:nvSpPr>
        <p:spPr>
          <a:xfrm>
            <a:off x="838200" y="2540000"/>
            <a:ext cx="3043238" cy="2711450"/>
          </a:xfrm>
          <a:solidFill>
            <a:schemeClr val="accent1"/>
          </a:solidFill>
        </p:spPr>
        <p:txBody>
          <a:bodyPr anchor="ctr">
            <a:normAutofit/>
          </a:bodyPr>
          <a:lstStyle>
            <a:lvl1pPr algn="ctr">
              <a:defRPr sz="1800"/>
            </a:lvl1pPr>
          </a:lstStyle>
          <a:p>
            <a:r>
              <a:rPr lang="en-US" dirty="0"/>
              <a:t>Click to insert image</a:t>
            </a:r>
          </a:p>
        </p:txBody>
      </p:sp>
      <p:sp>
        <p:nvSpPr>
          <p:cNvPr id="19" name="Text Placeholder 9">
            <a:extLst>
              <a:ext uri="{FF2B5EF4-FFF2-40B4-BE49-F238E27FC236}">
                <a16:creationId xmlns:a16="http://schemas.microsoft.com/office/drawing/2014/main" id="{89751D94-3DF3-A241-B368-55DC9BEF389C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38197" y="4634096"/>
            <a:ext cx="3042684" cy="617685"/>
          </a:xfrm>
          <a:solidFill>
            <a:schemeClr val="accent4">
              <a:alpha val="90000"/>
            </a:schemeClr>
          </a:solidFill>
        </p:spPr>
        <p:txBody>
          <a:bodyPr lIns="91440" tIns="91440" anchor="ctr" anchorCtr="0">
            <a:normAutofit/>
          </a:bodyPr>
          <a:lstStyle>
            <a:lvl1pPr marL="0" indent="0" algn="ctr">
              <a:lnSpc>
                <a:spcPct val="60000"/>
              </a:lnSpc>
              <a:buNone/>
              <a:defRPr sz="1600" b="0" i="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edit master text style</a:t>
            </a:r>
          </a:p>
        </p:txBody>
      </p:sp>
      <p:sp>
        <p:nvSpPr>
          <p:cNvPr id="12" name="Picture Placeholder 2">
            <a:extLst>
              <a:ext uri="{FF2B5EF4-FFF2-40B4-BE49-F238E27FC236}">
                <a16:creationId xmlns:a16="http://schemas.microsoft.com/office/drawing/2014/main" id="{3B5A1782-324D-4E6F-B70F-B4AAAF5BE282}"/>
              </a:ext>
            </a:extLst>
          </p:cNvPr>
          <p:cNvSpPr>
            <a:spLocks noGrp="1"/>
          </p:cNvSpPr>
          <p:nvPr>
            <p:ph type="pic" sz="quarter" idx="32" hasCustomPrompt="1"/>
          </p:nvPr>
        </p:nvSpPr>
        <p:spPr>
          <a:xfrm>
            <a:off x="4600994" y="2540000"/>
            <a:ext cx="3043238" cy="2711450"/>
          </a:xfrm>
          <a:solidFill>
            <a:schemeClr val="accent1"/>
          </a:solidFill>
        </p:spPr>
        <p:txBody>
          <a:bodyPr anchor="ctr">
            <a:normAutofit/>
          </a:bodyPr>
          <a:lstStyle>
            <a:lvl1pPr algn="ctr">
              <a:defRPr sz="1800"/>
            </a:lvl1pPr>
          </a:lstStyle>
          <a:p>
            <a:r>
              <a:rPr lang="en-US" dirty="0"/>
              <a:t>Click to insert image</a:t>
            </a: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D02C2A04-A4DF-194D-9BF0-98BDCA834A87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4601548" y="4634097"/>
            <a:ext cx="3042684" cy="617685"/>
          </a:xfrm>
          <a:solidFill>
            <a:schemeClr val="accent2">
              <a:alpha val="90000"/>
            </a:schemeClr>
          </a:solidFill>
        </p:spPr>
        <p:txBody>
          <a:bodyPr lIns="91440" tIns="91440" anchor="ctr" anchorCtr="0">
            <a:normAutofit/>
          </a:bodyPr>
          <a:lstStyle>
            <a:lvl1pPr marL="0" indent="0" algn="ctr">
              <a:lnSpc>
                <a:spcPct val="60000"/>
              </a:lnSpc>
              <a:buNone/>
              <a:defRPr sz="1600" b="0" i="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edit master text style</a:t>
            </a:r>
          </a:p>
        </p:txBody>
      </p:sp>
      <p:sp>
        <p:nvSpPr>
          <p:cNvPr id="13" name="Picture Placeholder 2">
            <a:extLst>
              <a:ext uri="{FF2B5EF4-FFF2-40B4-BE49-F238E27FC236}">
                <a16:creationId xmlns:a16="http://schemas.microsoft.com/office/drawing/2014/main" id="{D948B0B4-59DD-4F57-BC4D-AD690F1F9A8F}"/>
              </a:ext>
            </a:extLst>
          </p:cNvPr>
          <p:cNvSpPr>
            <a:spLocks noGrp="1"/>
          </p:cNvSpPr>
          <p:nvPr>
            <p:ph type="pic" sz="quarter" idx="33" hasCustomPrompt="1"/>
          </p:nvPr>
        </p:nvSpPr>
        <p:spPr>
          <a:xfrm>
            <a:off x="8310557" y="2540000"/>
            <a:ext cx="3043238" cy="2711450"/>
          </a:xfrm>
          <a:solidFill>
            <a:schemeClr val="accent1"/>
          </a:solidFill>
        </p:spPr>
        <p:txBody>
          <a:bodyPr anchor="ctr">
            <a:normAutofit/>
          </a:bodyPr>
          <a:lstStyle>
            <a:lvl1pPr algn="ctr">
              <a:defRPr sz="1800"/>
            </a:lvl1pPr>
          </a:lstStyle>
          <a:p>
            <a:r>
              <a:rPr lang="en-US" dirty="0"/>
              <a:t>Click to insert image</a:t>
            </a:r>
          </a:p>
        </p:txBody>
      </p:sp>
      <p:sp>
        <p:nvSpPr>
          <p:cNvPr id="15" name="Text Placeholder 9">
            <a:extLst>
              <a:ext uri="{FF2B5EF4-FFF2-40B4-BE49-F238E27FC236}">
                <a16:creationId xmlns:a16="http://schemas.microsoft.com/office/drawing/2014/main" id="{910F1566-2F10-C94E-A440-3BE6863E414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311111" y="4636714"/>
            <a:ext cx="3042684" cy="617685"/>
          </a:xfrm>
          <a:solidFill>
            <a:schemeClr val="accent3">
              <a:alpha val="90000"/>
            </a:schemeClr>
          </a:solidFill>
        </p:spPr>
        <p:txBody>
          <a:bodyPr lIns="91440" tIns="91440" anchor="ctr" anchorCtr="0">
            <a:normAutofit/>
          </a:bodyPr>
          <a:lstStyle>
            <a:lvl1pPr marL="0" indent="0" algn="ctr">
              <a:lnSpc>
                <a:spcPct val="60000"/>
              </a:lnSpc>
              <a:buNone/>
              <a:defRPr sz="1600" b="0" i="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edit master text style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127BF259-DAF9-B243-B6F0-58E2A58BD7D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 sz="1200"/>
            </a:lvl1pPr>
          </a:lstStyle>
          <a:p>
            <a:fld id="{A52BEA90-E6BE-45F4-8D5D-C2E01FE3DBC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70786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3">
            <a:extLst>
              <a:ext uri="{FF2B5EF4-FFF2-40B4-BE49-F238E27FC236}">
                <a16:creationId xmlns:a16="http://schemas.microsoft.com/office/drawing/2014/main" id="{61830361-A194-9F4E-999F-05BDD53E56D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199" y="566928"/>
            <a:ext cx="10537683" cy="873436"/>
          </a:xfrm>
        </p:spPr>
        <p:txBody>
          <a:bodyPr lIns="0" tIns="0" rIns="0" bIns="0" anchor="t">
            <a:noAutofit/>
          </a:bodyPr>
          <a:lstStyle>
            <a:lvl1pPr>
              <a:defRPr sz="2800" b="1"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F09F5E-ECB4-4608-BAD6-3C0B906FBC10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1968500" y="1780031"/>
            <a:ext cx="3225800" cy="3930207"/>
          </a:xfrm>
          <a:solidFill>
            <a:schemeClr val="accent1"/>
          </a:solidFill>
        </p:spPr>
        <p:txBody>
          <a:bodyPr anchor="ctr">
            <a:normAutofit/>
          </a:bodyPr>
          <a:lstStyle>
            <a:lvl1pPr algn="ctr">
              <a:defRPr sz="1600"/>
            </a:lvl1pPr>
          </a:lstStyle>
          <a:p>
            <a:pPr lvl="0"/>
            <a:r>
              <a:rPr lang="en-US" dirty="0"/>
              <a:t>Click to insert image or graphic here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D31456E2-715C-4D0E-AEC1-EDCEF7EFE170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6997700" y="1779475"/>
            <a:ext cx="3225800" cy="3930207"/>
          </a:xfrm>
          <a:solidFill>
            <a:schemeClr val="accent1"/>
          </a:solidFill>
        </p:spPr>
        <p:txBody>
          <a:bodyPr anchor="ctr">
            <a:normAutofit/>
          </a:bodyPr>
          <a:lstStyle>
            <a:lvl1pPr algn="ctr">
              <a:defRPr sz="1600"/>
            </a:lvl1pPr>
          </a:lstStyle>
          <a:p>
            <a:pPr lvl="0"/>
            <a:r>
              <a:rPr lang="en-US" dirty="0"/>
              <a:t>Click to insert image or graphic here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127BF259-DAF9-B243-B6F0-58E2A58BD7D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 sz="1200"/>
            </a:lvl1pPr>
          </a:lstStyle>
          <a:p>
            <a:fld id="{A52BEA90-E6BE-45F4-8D5D-C2E01FE3DBC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474463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3">
            <a:extLst>
              <a:ext uri="{FF2B5EF4-FFF2-40B4-BE49-F238E27FC236}">
                <a16:creationId xmlns:a16="http://schemas.microsoft.com/office/drawing/2014/main" id="{6BEBC398-0B32-5D4C-8F8E-8DA17BC07AA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199" y="566928"/>
            <a:ext cx="10537683" cy="873436"/>
          </a:xfrm>
        </p:spPr>
        <p:txBody>
          <a:bodyPr lIns="0" tIns="0" rIns="0" bIns="0" anchor="t">
            <a:noAutofit/>
          </a:bodyPr>
          <a:lstStyle>
            <a:lvl1pPr>
              <a:defRPr sz="2800" b="1"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252D11-D0BD-46AC-942A-A7F84C34C1CC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838199" y="1780031"/>
            <a:ext cx="10537683" cy="4576318"/>
          </a:xfrm>
          <a:solidFill>
            <a:schemeClr val="accent1"/>
          </a:solidFill>
        </p:spPr>
        <p:txBody>
          <a:bodyPr anchor="ctr">
            <a:normAutofit/>
          </a:bodyPr>
          <a:lstStyle>
            <a:lvl1pPr algn="ctr">
              <a:defRPr sz="1800"/>
            </a:lvl1pPr>
          </a:lstStyle>
          <a:p>
            <a:pPr lvl="0"/>
            <a:r>
              <a:rPr lang="en-US" dirty="0"/>
              <a:t>Click to insert image or graphic here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127BF259-DAF9-B243-B6F0-58E2A58BD7D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 sz="1200">
                <a:latin typeface="+mn-lt"/>
              </a:defRPr>
            </a:lvl1pPr>
          </a:lstStyle>
          <a:p>
            <a:fld id="{A52BEA90-E6BE-45F4-8D5D-C2E01FE3DBC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43172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60269070-4807-43E2-A9DF-90767C93C775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12207239" cy="6858000"/>
          </a:xfrm>
          <a:solidFill>
            <a:schemeClr val="accent1"/>
          </a:solidFill>
        </p:spPr>
        <p:txBody>
          <a:bodyPr tIns="2560320" anchor="ctr">
            <a:noAutofit/>
          </a:bodyPr>
          <a:lstStyle>
            <a:lvl1pPr algn="ctr">
              <a:defRPr sz="1800"/>
            </a:lvl1pPr>
          </a:lstStyle>
          <a:p>
            <a:r>
              <a:rPr lang="en-US" dirty="0"/>
              <a:t>Click to insert image here</a:t>
            </a:r>
          </a:p>
          <a:p>
            <a:endParaRPr lang="en-US" dirty="0"/>
          </a:p>
        </p:txBody>
      </p:sp>
      <p:sp>
        <p:nvSpPr>
          <p:cNvPr id="6" name="Text Placeholder 9">
            <a:extLst>
              <a:ext uri="{FF2B5EF4-FFF2-40B4-BE49-F238E27FC236}">
                <a16:creationId xmlns:a16="http://schemas.microsoft.com/office/drawing/2014/main" id="{B95A5A22-1295-5A4C-BEED-CDAAB6B38DA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-11574" y="-11151"/>
            <a:ext cx="12207240" cy="3429000"/>
          </a:xfrm>
          <a:solidFill>
            <a:srgbClr val="262626">
              <a:alpha val="61961"/>
            </a:srgbClr>
          </a:solidFill>
          <a:ln>
            <a:noFill/>
          </a:ln>
        </p:spPr>
        <p:txBody>
          <a:bodyPr lIns="868680" tIns="2057400" bIns="91440" anchor="t" anchorCtr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6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0" i="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exit master text style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EDEBD28-F38A-B644-853D-75CBD6A9F71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565847"/>
            <a:ext cx="10515600" cy="1062232"/>
          </a:xfrm>
        </p:spPr>
        <p:txBody>
          <a:bodyPr lIns="0" tIns="0" rIns="0" bIns="0" anchor="t">
            <a:normAutofit/>
          </a:bodyPr>
          <a:lstStyle>
            <a:lvl1pPr>
              <a:defRPr sz="2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3B6C998-067D-F24C-8880-399DE7EC60CF}"/>
              </a:ext>
            </a:extLst>
          </p:cNvPr>
          <p:cNvSpPr txBox="1"/>
          <p:nvPr userDrawn="1"/>
        </p:nvSpPr>
        <p:spPr>
          <a:xfrm>
            <a:off x="3340444" y="5935091"/>
            <a:ext cx="5511112" cy="523220"/>
          </a:xfrm>
          <a:prstGeom prst="rect">
            <a:avLst/>
          </a:prstGeom>
          <a:solidFill>
            <a:schemeClr val="bg1">
              <a:alpha val="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chemeClr val="accent5"/>
                </a:solidFill>
                <a:latin typeface="+mn-lt"/>
                <a:cs typeface="Arial" panose="020B0604020202020204" pitchFamily="34" charset="0"/>
              </a:rPr>
              <a:t>Click to edit master text style</a:t>
            </a:r>
          </a:p>
        </p:txBody>
      </p:sp>
    </p:spTree>
    <p:extLst>
      <p:ext uri="{BB962C8B-B14F-4D97-AF65-F5344CB8AC3E}">
        <p14:creationId xmlns:p14="http://schemas.microsoft.com/office/powerpoint/2010/main" val="6547084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  <p15:guide id="3" orient="horz" pos="1320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Image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4EFD44-3E18-544B-BBAC-DCBF5F125E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569494"/>
            <a:ext cx="10515600" cy="911595"/>
          </a:xfrm>
        </p:spPr>
        <p:txBody>
          <a:bodyPr lIns="0" tIns="0" rIns="0" bIns="0" anchor="t">
            <a:normAutofit/>
          </a:bodyPr>
          <a:lstStyle>
            <a:lvl1pPr>
              <a:defRPr sz="2800">
                <a:solidFill>
                  <a:schemeClr val="accent6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Picture Placeholder 2">
            <a:extLst>
              <a:ext uri="{FF2B5EF4-FFF2-40B4-BE49-F238E27FC236}">
                <a16:creationId xmlns:a16="http://schemas.microsoft.com/office/drawing/2014/main" id="{E69AB53E-6566-42B1-A87A-589EE239D5AA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833175" y="1963738"/>
            <a:ext cx="6759223" cy="4217987"/>
          </a:xfrm>
          <a:solidFill>
            <a:schemeClr val="accent1"/>
          </a:solidFill>
        </p:spPr>
        <p:txBody>
          <a:bodyPr anchor="ctr">
            <a:normAutofit/>
          </a:bodyPr>
          <a:lstStyle>
            <a:lvl1pPr algn="ctr">
              <a:defRPr sz="1600"/>
            </a:lvl1pPr>
          </a:lstStyle>
          <a:p>
            <a:r>
              <a:rPr lang="en-US" dirty="0"/>
              <a:t>Click to insert image here</a:t>
            </a:r>
          </a:p>
        </p:txBody>
      </p:sp>
      <p:sp>
        <p:nvSpPr>
          <p:cNvPr id="20" name="Text Placeholder 11">
            <a:extLst>
              <a:ext uri="{FF2B5EF4-FFF2-40B4-BE49-F238E27FC236}">
                <a16:creationId xmlns:a16="http://schemas.microsoft.com/office/drawing/2014/main" id="{FD3509C8-7877-6946-8CE5-00F7B9552E07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432800" y="3725227"/>
            <a:ext cx="2919113" cy="1835313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90000"/>
              </a:lnSpc>
              <a:buNone/>
              <a:defRPr sz="16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 dirty="0"/>
              <a:t>Click to edit master text style</a:t>
            </a:r>
          </a:p>
        </p:txBody>
      </p: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46EC1DFF-6B7A-4C4C-9BDC-76D1FE8DD60B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432800" y="5692068"/>
            <a:ext cx="2919113" cy="532753"/>
          </a:xfrm>
        </p:spPr>
        <p:txBody>
          <a:bodyPr lIns="0" tIns="0" rIns="0" bIns="0"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1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 dirty="0"/>
              <a:t>Click to edit master text style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127BF259-DAF9-B243-B6F0-58E2A58BD7D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 sz="1200">
                <a:latin typeface="+mn-lt"/>
                <a:cs typeface="Arial" panose="020B0604020202020204" pitchFamily="34" charset="0"/>
              </a:defRPr>
            </a:lvl1pPr>
          </a:lstStyle>
          <a:p>
            <a:fld id="{A52BEA90-E6BE-45F4-8D5D-C2E01FE3DBC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505390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full-blee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022E6D3-9558-45D3-9914-1F3B0A5BDCAB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" y="0"/>
            <a:ext cx="12188952" cy="6858000"/>
          </a:xfrm>
          <a:solidFill>
            <a:schemeClr val="accent1"/>
          </a:solidFill>
        </p:spPr>
        <p:txBody>
          <a:bodyPr>
            <a:normAutofit/>
          </a:bodyPr>
          <a:lstStyle>
            <a:lvl1pPr algn="ctr">
              <a:defRPr sz="1800"/>
            </a:lvl1pPr>
          </a:lstStyle>
          <a:p>
            <a:r>
              <a:rPr lang="en-US" dirty="0"/>
              <a:t>Click to insert image or graphic here</a:t>
            </a:r>
          </a:p>
          <a:p>
            <a:endParaRPr lang="en-US" dirty="0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5DF58130-BFA9-C64B-9400-27CEC7444FB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6966" y="2338086"/>
            <a:ext cx="10541219" cy="2164466"/>
          </a:xfrm>
        </p:spPr>
        <p:txBody>
          <a:bodyPr lIns="0">
            <a:no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r>
              <a:rPr lang="en-US" dirty="0">
                <a:solidFill>
                  <a:schemeClr val="bg1"/>
                </a:solidFill>
              </a:rPr>
              <a:t>Click to edit master text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07985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74DDE9C-955A-40E0-AEDB-57EE5B3775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8092AA-470A-438D-B06A-389D4965D1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0C0FCC-269D-49E4-B1A8-2F5D9EEA56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A52BEA90-E6BE-45F4-8D5D-C2E01FE3DBC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17243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78" r:id="rId4"/>
    <p:sldLayoutId id="2147483679" r:id="rId5"/>
    <p:sldLayoutId id="2147483680" r:id="rId6"/>
    <p:sldLayoutId id="2147483682" r:id="rId7"/>
    <p:sldLayoutId id="2147483687" r:id="rId8"/>
    <p:sldLayoutId id="2147483686" r:id="rId9"/>
    <p:sldLayoutId id="2147483681" r:id="rId10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Arial" panose="020B0604020202020204" pitchFamily="34" charset="0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Tx/>
        <a:buNone/>
        <a:defRPr sz="28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24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20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18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18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6.pn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7.pn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8.png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1.png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7.png"/><Relationship Id="rId4" Type="http://schemas.openxmlformats.org/officeDocument/2006/relationships/image" Target="../media/image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8.png"/><Relationship Id="rId4" Type="http://schemas.openxmlformats.org/officeDocument/2006/relationships/image" Target="../media/image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9.png"/><Relationship Id="rId4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0.png"/><Relationship Id="rId4" Type="http://schemas.openxmlformats.org/officeDocument/2006/relationships/image" Target="../media/image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1.png"/><Relationship Id="rId4" Type="http://schemas.openxmlformats.org/officeDocument/2006/relationships/image" Target="../media/image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6.png"/><Relationship Id="rId4" Type="http://schemas.openxmlformats.org/officeDocument/2006/relationships/image" Target="../media/image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7.png"/><Relationship Id="rId4" Type="http://schemas.openxmlformats.org/officeDocument/2006/relationships/image" Target="../media/image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8.png"/><Relationship Id="rId4" Type="http://schemas.openxmlformats.org/officeDocument/2006/relationships/image" Target="../media/image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9.png"/><Relationship Id="rId4" Type="http://schemas.openxmlformats.org/officeDocument/2006/relationships/image" Target="../media/image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2.png"/><Relationship Id="rId4" Type="http://schemas.openxmlformats.org/officeDocument/2006/relationships/image" Target="../media/image3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3.png"/><Relationship Id="rId4" Type="http://schemas.openxmlformats.org/officeDocument/2006/relationships/image" Target="../media/image3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4.png"/><Relationship Id="rId4" Type="http://schemas.openxmlformats.org/officeDocument/2006/relationships/image" Target="../media/image3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6.png"/><Relationship Id="rId5" Type="http://schemas.openxmlformats.org/officeDocument/2006/relationships/image" Target="../media/image45.png"/><Relationship Id="rId4" Type="http://schemas.openxmlformats.org/officeDocument/2006/relationships/image" Target="../media/image3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7.png"/><Relationship Id="rId4" Type="http://schemas.openxmlformats.org/officeDocument/2006/relationships/image" Target="../media/image3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9.png"/><Relationship Id="rId5" Type="http://schemas.openxmlformats.org/officeDocument/2006/relationships/image" Target="../media/image48.png"/><Relationship Id="rId4" Type="http://schemas.openxmlformats.org/officeDocument/2006/relationships/image" Target="../media/image3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1.png"/><Relationship Id="rId5" Type="http://schemas.openxmlformats.org/officeDocument/2006/relationships/image" Target="../media/image50.png"/><Relationship Id="rId4" Type="http://schemas.openxmlformats.org/officeDocument/2006/relationships/image" Target="../media/image3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4" Type="http://schemas.openxmlformats.org/officeDocument/2006/relationships/image" Target="../media/image3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5.png"/><Relationship Id="rId5" Type="http://schemas.openxmlformats.org/officeDocument/2006/relationships/image" Target="../media/image54.png"/><Relationship Id="rId4" Type="http://schemas.openxmlformats.org/officeDocument/2006/relationships/image" Target="../media/image3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6.png"/><Relationship Id="rId5" Type="http://schemas.openxmlformats.org/officeDocument/2006/relationships/image" Target="../media/image3.png"/><Relationship Id="rId4" Type="http://schemas.openxmlformats.org/officeDocument/2006/relationships/hyperlink" Target="https://www.pcbbuy.com/news/What-is-Manhattan-Routing-in-PCB-Manufacturing-Process.html#:~:text=Manhattan%20routing%20is%20a%20PCB%20routing%20strategy.%20You,vertical%20traces%20are%20used%20on%20the%20horizontal%20layer." TargetMode="Externa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7.png"/><Relationship Id="rId4" Type="http://schemas.openxmlformats.org/officeDocument/2006/relationships/image" Target="../media/image3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8.png"/><Relationship Id="rId4" Type="http://schemas.openxmlformats.org/officeDocument/2006/relationships/image" Target="../media/image3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9.png"/><Relationship Id="rId4" Type="http://schemas.openxmlformats.org/officeDocument/2006/relationships/image" Target="../media/image3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0.png"/><Relationship Id="rId4" Type="http://schemas.openxmlformats.org/officeDocument/2006/relationships/image" Target="../media/image3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2.png"/><Relationship Id="rId5" Type="http://schemas.openxmlformats.org/officeDocument/2006/relationships/image" Target="../media/image61.png"/><Relationship Id="rId4" Type="http://schemas.openxmlformats.org/officeDocument/2006/relationships/image" Target="../media/image3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3.png"/><Relationship Id="rId4" Type="http://schemas.openxmlformats.org/officeDocument/2006/relationships/image" Target="../media/image3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5.png"/><Relationship Id="rId5" Type="http://schemas.openxmlformats.org/officeDocument/2006/relationships/image" Target="../media/image64.png"/><Relationship Id="rId4" Type="http://schemas.openxmlformats.org/officeDocument/2006/relationships/image" Target="../media/image3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6.png"/><Relationship Id="rId4" Type="http://schemas.openxmlformats.org/officeDocument/2006/relationships/image" Target="../media/image3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hyperlink" Target="https://reflectionary.org/2023/06/05/every-viewpoint-is-a-view-from-point/" TargetMode="External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8.png"/><Relationship Id="rId5" Type="http://schemas.openxmlformats.org/officeDocument/2006/relationships/image" Target="../media/image67.png"/><Relationship Id="rId4" Type="http://schemas.openxmlformats.org/officeDocument/2006/relationships/image" Target="../media/image3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71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0.png"/><Relationship Id="rId5" Type="http://schemas.openxmlformats.org/officeDocument/2006/relationships/image" Target="../media/image69.png"/><Relationship Id="rId4" Type="http://schemas.openxmlformats.org/officeDocument/2006/relationships/image" Target="../media/image3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3.png"/><Relationship Id="rId5" Type="http://schemas.openxmlformats.org/officeDocument/2006/relationships/image" Target="../media/image72.png"/><Relationship Id="rId4" Type="http://schemas.openxmlformats.org/officeDocument/2006/relationships/image" Target="../media/image3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76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5.png"/><Relationship Id="rId5" Type="http://schemas.openxmlformats.org/officeDocument/2006/relationships/image" Target="../media/image74.png"/><Relationship Id="rId4" Type="http://schemas.openxmlformats.org/officeDocument/2006/relationships/image" Target="../media/image3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79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8.png"/><Relationship Id="rId5" Type="http://schemas.openxmlformats.org/officeDocument/2006/relationships/image" Target="../media/image77.png"/><Relationship Id="rId4" Type="http://schemas.openxmlformats.org/officeDocument/2006/relationships/image" Target="../media/image3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1.png"/><Relationship Id="rId5" Type="http://schemas.openxmlformats.org/officeDocument/2006/relationships/image" Target="../media/image80.png"/><Relationship Id="rId4" Type="http://schemas.openxmlformats.org/officeDocument/2006/relationships/image" Target="../media/image3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2.png"/><Relationship Id="rId4" Type="http://schemas.openxmlformats.org/officeDocument/2006/relationships/image" Target="../media/image3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3.png"/><Relationship Id="rId4" Type="http://schemas.openxmlformats.org/officeDocument/2006/relationships/image" Target="../media/image3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5.png"/><Relationship Id="rId5" Type="http://schemas.openxmlformats.org/officeDocument/2006/relationships/image" Target="../media/image84.png"/><Relationship Id="rId4" Type="http://schemas.openxmlformats.org/officeDocument/2006/relationships/image" Target="../media/image3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7.png"/><Relationship Id="rId5" Type="http://schemas.openxmlformats.org/officeDocument/2006/relationships/image" Target="../media/image86.png"/><Relationship Id="rId4" Type="http://schemas.openxmlformats.org/officeDocument/2006/relationships/image" Target="../media/image3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9.png"/><Relationship Id="rId5" Type="http://schemas.openxmlformats.org/officeDocument/2006/relationships/image" Target="../media/image88.png"/><Relationship Id="rId4" Type="http://schemas.openxmlformats.org/officeDocument/2006/relationships/image" Target="../media/image3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1.png"/><Relationship Id="rId5" Type="http://schemas.openxmlformats.org/officeDocument/2006/relationships/image" Target="../media/image90.png"/><Relationship Id="rId4" Type="http://schemas.openxmlformats.org/officeDocument/2006/relationships/image" Target="../media/image3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3.png"/><Relationship Id="rId5" Type="http://schemas.openxmlformats.org/officeDocument/2006/relationships/image" Target="../media/image92.png"/><Relationship Id="rId4" Type="http://schemas.openxmlformats.org/officeDocument/2006/relationships/image" Target="../media/image3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4.png"/><Relationship Id="rId4" Type="http://schemas.openxmlformats.org/officeDocument/2006/relationships/image" Target="../media/image3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6.png"/><Relationship Id="rId5" Type="http://schemas.openxmlformats.org/officeDocument/2006/relationships/image" Target="../media/image95.png"/><Relationship Id="rId4" Type="http://schemas.openxmlformats.org/officeDocument/2006/relationships/image" Target="../media/image3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8.png"/><Relationship Id="rId5" Type="http://schemas.openxmlformats.org/officeDocument/2006/relationships/image" Target="../media/image97.png"/><Relationship Id="rId4" Type="http://schemas.openxmlformats.org/officeDocument/2006/relationships/image" Target="../media/image3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0.png"/><Relationship Id="rId5" Type="http://schemas.openxmlformats.org/officeDocument/2006/relationships/image" Target="../media/image99.png"/><Relationship Id="rId4" Type="http://schemas.openxmlformats.org/officeDocument/2006/relationships/image" Target="../media/image3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2.png"/><Relationship Id="rId5" Type="http://schemas.openxmlformats.org/officeDocument/2006/relationships/image" Target="../media/image101.png"/><Relationship Id="rId4" Type="http://schemas.openxmlformats.org/officeDocument/2006/relationships/image" Target="../media/image3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3.png"/><Relationship Id="rId5" Type="http://schemas.openxmlformats.org/officeDocument/2006/relationships/image" Target="../media/image101.png"/><Relationship Id="rId4" Type="http://schemas.openxmlformats.org/officeDocument/2006/relationships/image" Target="../media/image3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4.png"/><Relationship Id="rId4" Type="http://schemas.openxmlformats.org/officeDocument/2006/relationships/image" Target="../media/image3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6.png"/><Relationship Id="rId5" Type="http://schemas.openxmlformats.org/officeDocument/2006/relationships/image" Target="../media/image105.png"/><Relationship Id="rId4" Type="http://schemas.openxmlformats.org/officeDocument/2006/relationships/image" Target="../media/image3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7.png"/><Relationship Id="rId4" Type="http://schemas.openxmlformats.org/officeDocument/2006/relationships/image" Target="../media/image3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8.png"/><Relationship Id="rId4" Type="http://schemas.openxmlformats.org/officeDocument/2006/relationships/image" Target="../media/image3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0.png"/><Relationship Id="rId5" Type="http://schemas.openxmlformats.org/officeDocument/2006/relationships/image" Target="../media/image109.png"/><Relationship Id="rId4" Type="http://schemas.openxmlformats.org/officeDocument/2006/relationships/image" Target="../media/image3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2.png"/><Relationship Id="rId5" Type="http://schemas.openxmlformats.org/officeDocument/2006/relationships/image" Target="../media/image111.png"/><Relationship Id="rId4" Type="http://schemas.openxmlformats.org/officeDocument/2006/relationships/image" Target="../media/image3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3.png"/><Relationship Id="rId4" Type="http://schemas.openxmlformats.org/officeDocument/2006/relationships/image" Target="../media/image3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5.png"/><Relationship Id="rId5" Type="http://schemas.openxmlformats.org/officeDocument/2006/relationships/image" Target="../media/image114.png"/><Relationship Id="rId4" Type="http://schemas.openxmlformats.org/officeDocument/2006/relationships/image" Target="../media/image3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7.png"/><Relationship Id="rId5" Type="http://schemas.openxmlformats.org/officeDocument/2006/relationships/image" Target="../media/image116.png"/><Relationship Id="rId4" Type="http://schemas.openxmlformats.org/officeDocument/2006/relationships/image" Target="../media/image3.pn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8.png"/><Relationship Id="rId4" Type="http://schemas.openxmlformats.org/officeDocument/2006/relationships/image" Target="../media/image3.png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9.png"/><Relationship Id="rId4" Type="http://schemas.openxmlformats.org/officeDocument/2006/relationships/image" Target="../media/image3.pn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0.png"/><Relationship Id="rId4" Type="http://schemas.openxmlformats.org/officeDocument/2006/relationships/image" Target="../media/image3.pn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7913F9A8-5859-8441-9D34-EA6DF53BAFAB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1019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C60E6CE8-7AB6-B54A-8434-8F730542E2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1019" y="1101314"/>
            <a:ext cx="7781251" cy="2031324"/>
          </a:xfrm>
        </p:spPr>
        <p:txBody>
          <a:bodyPr/>
          <a:lstStyle/>
          <a:p>
            <a:r>
              <a:rPr lang="en-US" dirty="0"/>
              <a:t>Archi® Tool Tutorial base on User Guide 5.6.0</a:t>
            </a:r>
          </a:p>
        </p:txBody>
      </p:sp>
      <p:pic>
        <p:nvPicPr>
          <p:cNvPr id="3" name="Picture 2" descr="A hand pointing at a screen&#10;&#10;AI-generated content may be incorrect.">
            <a:extLst>
              <a:ext uri="{FF2B5EF4-FFF2-40B4-BE49-F238E27FC236}">
                <a16:creationId xmlns:a16="http://schemas.microsoft.com/office/drawing/2014/main" id="{7F962AC6-0452-C007-9BBA-3A987C305B6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9308" y="2301643"/>
            <a:ext cx="4414714" cy="441471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EB964CA-5464-90C5-5354-BFDA90148702}"/>
              </a:ext>
            </a:extLst>
          </p:cNvPr>
          <p:cNvSpPr txBox="1"/>
          <p:nvPr/>
        </p:nvSpPr>
        <p:spPr>
          <a:xfrm>
            <a:off x="129110" y="130236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001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82681CB-770D-0A31-2085-902490D9722E}"/>
              </a:ext>
            </a:extLst>
          </p:cNvPr>
          <p:cNvSpPr txBox="1"/>
          <p:nvPr/>
        </p:nvSpPr>
        <p:spPr>
          <a:xfrm>
            <a:off x="2294959" y="286071"/>
            <a:ext cx="299312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400" b="1" dirty="0"/>
              <a:t>Opening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22F8014-79E8-1B72-E0F2-5FEF855BB24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86059" y="3545572"/>
            <a:ext cx="3244987" cy="1394056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8732DAE5-ECB5-3B67-F681-9E4442907CD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84836" y="0"/>
            <a:ext cx="4319542" cy="68580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0317157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8460AB-48F1-FA7E-CEBC-7C340AA72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3BE60D1D-6A94-3D4E-F278-7BB045619777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CD47A94C-4F6D-6BBB-AF56-4D12EAE3A3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1C4AF7-9CA1-E28D-C5D7-2FD8F04675D8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002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017D0B6-126F-E463-FD31-F5AF361CF5A6}"/>
              </a:ext>
            </a:extLst>
          </p:cNvPr>
          <p:cNvSpPr txBox="1"/>
          <p:nvPr/>
        </p:nvSpPr>
        <p:spPr>
          <a:xfrm>
            <a:off x="81440" y="2353369"/>
            <a:ext cx="640613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CH01 Introduction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0B969F5-84BD-B2AD-5C39-AAE6AE643289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</a:blip>
          <a:stretch>
            <a:fillRect/>
          </a:stretch>
        </p:blipFill>
        <p:spPr>
          <a:xfrm>
            <a:off x="6172469" y="1321762"/>
            <a:ext cx="5727732" cy="540392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52B4C03-7932-98A4-DDF5-5B45A59385E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2335" y="3652016"/>
            <a:ext cx="4693983" cy="284554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B5E7B528-3FB4-88A7-64D1-0809421D21B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7866029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086D43-7180-5199-A6F6-F50DA0B328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6A38FB20-BBC5-804D-9C6F-0C285282E0A3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F978413E-5378-FC05-2924-5BC0F65391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A3EED2-E139-8685-2312-5E02175A20A6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003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0FC74F3-C354-997F-9817-A48B09E22979}"/>
              </a:ext>
            </a:extLst>
          </p:cNvPr>
          <p:cNvSpPr txBox="1"/>
          <p:nvPr/>
        </p:nvSpPr>
        <p:spPr>
          <a:xfrm>
            <a:off x="81440" y="2353369"/>
            <a:ext cx="640613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CH02 Installing</a:t>
            </a:r>
            <a:r>
              <a:rPr lang="zh-CN" altLang="en-US" sz="5400" b="1" dirty="0">
                <a:solidFill>
                  <a:schemeClr val="bg1"/>
                </a:solidFill>
              </a:rPr>
              <a:t> </a:t>
            </a:r>
            <a:r>
              <a:rPr lang="en-US" altLang="zh-CN" sz="5400" b="1" dirty="0">
                <a:solidFill>
                  <a:schemeClr val="bg1"/>
                </a:solidFill>
              </a:rPr>
              <a:t>and</a:t>
            </a:r>
            <a:r>
              <a:rPr lang="zh-CN" altLang="en-US" sz="5400" b="1" dirty="0">
                <a:solidFill>
                  <a:schemeClr val="bg1"/>
                </a:solidFill>
              </a:rPr>
              <a:t> </a:t>
            </a:r>
            <a:r>
              <a:rPr lang="en-US" altLang="zh-CN" sz="5400" b="1" dirty="0">
                <a:solidFill>
                  <a:schemeClr val="bg1"/>
                </a:solidFill>
              </a:rPr>
              <a:t>Launching Archi</a:t>
            </a:r>
            <a:endParaRPr lang="en-US" sz="5400" b="1" dirty="0">
              <a:solidFill>
                <a:schemeClr val="bg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9076D2A-5E65-4F25-4014-74597A2532D3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</a:blip>
          <a:stretch>
            <a:fillRect/>
          </a:stretch>
        </p:blipFill>
        <p:spPr>
          <a:xfrm>
            <a:off x="5802374" y="1163772"/>
            <a:ext cx="6080492" cy="552811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BE56782-993F-354A-DB8D-B2DF1869426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86817" y="4121552"/>
            <a:ext cx="3144345" cy="265436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09E7A1AB-F5AE-B353-E9A8-52970F98B0A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6017223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EA2D1F-15EB-7F07-9719-AE4F4379A0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A0C9F6F1-EC0E-1191-BE5C-1D85044CD556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C88B9E52-5E65-AB20-3908-7D084C0244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89DCB26-1156-1337-B844-EF2B50C27152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004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5B1E288-9AD4-E423-AD43-66707E53B4F2}"/>
              </a:ext>
            </a:extLst>
          </p:cNvPr>
          <p:cNvSpPr txBox="1"/>
          <p:nvPr/>
        </p:nvSpPr>
        <p:spPr>
          <a:xfrm>
            <a:off x="81440" y="2353369"/>
            <a:ext cx="6406138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CH03 </a:t>
            </a:r>
            <a:r>
              <a:rPr lang="en-US" altLang="zh-CN" sz="5400" b="1" dirty="0">
                <a:solidFill>
                  <a:schemeClr val="bg1"/>
                </a:solidFill>
              </a:rPr>
              <a:t>Working in Archi</a:t>
            </a:r>
          </a:p>
          <a:p>
            <a:pPr marL="685800" indent="-685800">
              <a:buFont typeface="Arial" panose="020B0604020202020204" pitchFamily="34" charset="0"/>
              <a:buChar char="•"/>
            </a:pPr>
            <a:r>
              <a:rPr lang="en-US" sz="3200" b="1" dirty="0">
                <a:solidFill>
                  <a:schemeClr val="bg1"/>
                </a:solidFill>
              </a:rPr>
              <a:t>Windows and Tabs</a:t>
            </a:r>
          </a:p>
          <a:p>
            <a:pPr marL="685800" indent="-685800">
              <a:buFont typeface="Arial" panose="020B0604020202020204" pitchFamily="34" charset="0"/>
              <a:buChar char="•"/>
            </a:pPr>
            <a:r>
              <a:rPr lang="en-US" sz="3200" b="1" dirty="0">
                <a:solidFill>
                  <a:schemeClr val="bg1"/>
                </a:solidFill>
              </a:rPr>
              <a:t>Undo/Redo *</a:t>
            </a:r>
          </a:p>
          <a:p>
            <a:pPr marL="685800" indent="-685800"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chemeClr val="bg1"/>
                </a:solidFill>
              </a:rPr>
              <a:t>Cheat Sheets</a:t>
            </a:r>
          </a:p>
          <a:p>
            <a:pPr marL="685800" indent="-685800"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chemeClr val="bg1"/>
                </a:solidFill>
              </a:rPr>
              <a:t>Getting Help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8D15693-AA1D-39CE-EE09-5E5582312D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B7C1072-01B5-9BE6-9CEB-7743244B64E6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768087" y="1179004"/>
            <a:ext cx="6075685" cy="559690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6F7F08E0-446A-4FC9-39EC-F791B259F2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3150971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9DBF33-0BF4-8B0B-CECA-98B3E61AD5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97D90FD2-7F2B-6A67-3625-34FFE2E79EF0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308E6C81-A949-13E3-3D32-54E86528C0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5F0A2CD-407E-AF6A-940C-81C57ED950E1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005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2F3000B-BCA7-D53E-D4C8-1290E6538FE4}"/>
              </a:ext>
            </a:extLst>
          </p:cNvPr>
          <p:cNvSpPr txBox="1"/>
          <p:nvPr/>
        </p:nvSpPr>
        <p:spPr>
          <a:xfrm>
            <a:off x="81440" y="2353369"/>
            <a:ext cx="640613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CH04 </a:t>
            </a:r>
            <a:r>
              <a:rPr lang="en-US" altLang="zh-CN" sz="5400" b="1" dirty="0">
                <a:solidFill>
                  <a:schemeClr val="bg1"/>
                </a:solidFill>
              </a:rPr>
              <a:t>Creating a New ArchiMate Model</a:t>
            </a:r>
            <a:endParaRPr lang="en-US" sz="28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C321BA3-D0CC-5AE9-CD47-66889BE0B0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960110C-3000-1EA0-7980-A1CDA17B142B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672747" y="1165525"/>
            <a:ext cx="6171293" cy="556223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1564A85B-58C7-D9A6-EE8F-755E48E4CA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8047327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9EC62B-15C7-3970-7A1F-4F57FCF128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1397AC15-2A85-98D9-F981-AABC884030DC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3AAE12CA-AB31-E212-0FED-52BABF1C30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AB54D02-DE06-40A2-76B4-903A72584133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006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05D4E30-CC32-960D-1196-64A333F8F606}"/>
              </a:ext>
            </a:extLst>
          </p:cNvPr>
          <p:cNvSpPr txBox="1"/>
          <p:nvPr/>
        </p:nvSpPr>
        <p:spPr>
          <a:xfrm>
            <a:off x="81440" y="2353369"/>
            <a:ext cx="5865515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CH05 Model Tree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05.01 Adding Elements to the Model Tree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05.04.01 Drag and Drop</a:t>
            </a:r>
            <a:endParaRPr lang="en-US" sz="28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CD434B9-7CA5-9B44-67D1-EEB7AD0311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00BAEC2-7510-2F87-F671-693753D1650E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946955" y="1381811"/>
            <a:ext cx="6091032" cy="486441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E72BEDDD-0857-4CD9-3827-4439DBDF22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434853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CDB1D2-7523-9A3A-1341-DACE5C6782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789C77E1-78F8-65E9-D7EA-3A4346064C76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9E0C8624-423C-D078-5F58-2F912CA939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295EF0-340D-5508-425A-9096E11148BD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007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15340D8-5560-E493-5D1A-4C49A6B4D3B2}"/>
              </a:ext>
            </a:extLst>
          </p:cNvPr>
          <p:cNvSpPr txBox="1"/>
          <p:nvPr/>
        </p:nvSpPr>
        <p:spPr>
          <a:xfrm>
            <a:off x="81440" y="2353369"/>
            <a:ext cx="6252416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CH05 Model Tree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05.02 Specialized Elements in the “New” Menu</a:t>
            </a:r>
            <a:endParaRPr lang="en-US" sz="28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815C8EB-3272-832F-FCF8-D89B6D1B15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1D1239A2-423C-8917-53ED-25674E13C910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989072" y="1213421"/>
            <a:ext cx="5750784" cy="542356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0FD2AA72-5B1C-23FC-3019-22D6D24F67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8122798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6318A0-8182-EF23-ABC9-AFFE6669E6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058135BF-3E96-D46B-A5FE-D1F67A54239F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FF038C84-FEE6-46A8-F8A3-A1B4262D13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7D30EC2-FEC0-CACF-5254-D946289E6A42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008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D2CF7B1-F9A4-DAE7-8B96-2581AD5E3D3C}"/>
              </a:ext>
            </a:extLst>
          </p:cNvPr>
          <p:cNvSpPr txBox="1"/>
          <p:nvPr/>
        </p:nvSpPr>
        <p:spPr>
          <a:xfrm>
            <a:off x="81440" y="2353369"/>
            <a:ext cx="6252416" cy="2400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CH05 Model Tree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b="1" dirty="0">
                <a:solidFill>
                  <a:schemeClr val="bg1"/>
                </a:solidFill>
              </a:rPr>
              <a:t>05.03 Folders and Organization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3200" b="1" dirty="0">
                <a:solidFill>
                  <a:schemeClr val="bg1"/>
                </a:solidFill>
              </a:rPr>
              <a:t>05.03.01 User Sub-Folders</a:t>
            </a:r>
            <a:endParaRPr lang="en-US" sz="24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78FFAAD-3B84-B0C8-3700-6819666134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56F13406-79E4-2193-963B-613C63117D8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535" y="4825557"/>
            <a:ext cx="2086266" cy="1705213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AFBD9548-DF95-2C43-C07F-DEC438F9E80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91336" y="4826962"/>
            <a:ext cx="2725151" cy="1703807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901AB305-C020-5876-77F6-A7ADF6BDDE44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70000"/>
          </a:blip>
          <a:stretch>
            <a:fillRect/>
          </a:stretch>
        </p:blipFill>
        <p:spPr>
          <a:xfrm>
            <a:off x="6440114" y="1156858"/>
            <a:ext cx="5313950" cy="55709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C739C21A-4F6D-E5BE-917D-4635CBF7BC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8313387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C143A3-2E89-55FF-D385-D90869070E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C3779BED-976A-7570-6978-BA76963FB609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0F0660DD-30C5-E298-F082-178810CD70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736C9CC-AC47-D3A9-F340-34A97FDAC582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009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F71BFF0-226B-850B-4C24-54DAE5B6FE7F}"/>
              </a:ext>
            </a:extLst>
          </p:cNvPr>
          <p:cNvSpPr txBox="1"/>
          <p:nvPr/>
        </p:nvSpPr>
        <p:spPr>
          <a:xfrm>
            <a:off x="81440" y="2353369"/>
            <a:ext cx="6252416" cy="43088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CH05 Model Tree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chemeClr val="bg1"/>
                </a:solidFill>
              </a:rPr>
              <a:t>05.04 Working in Model Tree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05.04.01 </a:t>
            </a:r>
            <a:r>
              <a:rPr lang="en-US" altLang="zh-CN" sz="2400" b="1" dirty="0">
                <a:solidFill>
                  <a:schemeClr val="bg1"/>
                </a:solidFill>
              </a:rPr>
              <a:t>Drag</a:t>
            </a:r>
            <a:r>
              <a:rPr lang="zh-CN" altLang="en-US" sz="2400" b="1" dirty="0">
                <a:solidFill>
                  <a:schemeClr val="bg1"/>
                </a:solidFill>
              </a:rPr>
              <a:t> </a:t>
            </a:r>
            <a:r>
              <a:rPr lang="en-US" altLang="zh-CN" sz="2400" b="1" dirty="0">
                <a:solidFill>
                  <a:schemeClr val="bg1"/>
                </a:solidFill>
              </a:rPr>
              <a:t>and</a:t>
            </a:r>
            <a:r>
              <a:rPr lang="zh-CN" altLang="en-US" sz="2400" b="1" dirty="0">
                <a:solidFill>
                  <a:schemeClr val="bg1"/>
                </a:solidFill>
              </a:rPr>
              <a:t> </a:t>
            </a:r>
            <a:r>
              <a:rPr lang="en-US" altLang="zh-CN" sz="2400" b="1" dirty="0">
                <a:solidFill>
                  <a:schemeClr val="bg1"/>
                </a:solidFill>
              </a:rPr>
              <a:t>Drop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05.04.02 Cut and Paste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05.04.03 Deleting Objects from the Model Tree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05.04.04 Renaming and Object in the Model Tree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05.14.05 </a:t>
            </a:r>
            <a:r>
              <a:rPr lang="en-US" altLang="zh-CN" sz="2400" b="1" dirty="0">
                <a:solidFill>
                  <a:schemeClr val="bg1"/>
                </a:solidFill>
              </a:rPr>
              <a:t>Duplicating an Element or View in the Model Tree</a:t>
            </a:r>
            <a:endParaRPr lang="en-US" sz="24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BA2A3CC-7740-1D74-F4DC-798A8DB0DA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0786F14-7588-2DA7-1E8D-52953B382436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475018" y="1200421"/>
            <a:ext cx="5485853" cy="545389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C7D93D68-80BE-9ED9-BFCD-33415F0BBF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4195917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5FA6C1-0EBD-F6B4-AB91-7AFD1D297E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AC4F893B-4D33-5D42-5262-B56E05DF82B6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EA8CDE64-2DDF-A448-B795-99311D7FF4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855CD34-C8FC-FE8C-AED9-5DDCE7CDCEA6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010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4FB8D9B-BB98-4C8C-29AE-A01B5EA7472F}"/>
              </a:ext>
            </a:extLst>
          </p:cNvPr>
          <p:cNvSpPr txBox="1"/>
          <p:nvPr/>
        </p:nvSpPr>
        <p:spPr>
          <a:xfrm>
            <a:off x="81440" y="2353369"/>
            <a:ext cx="6252416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CH05 Model Tree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05.05 Changing an Object’s ArchiMate Concept Type in the Model Tree</a:t>
            </a:r>
            <a:endParaRPr lang="en-US" sz="28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026A5B9-2DC7-81A9-8140-B717AE67BD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8FCA69D-A001-A525-C1C0-8D7FAC91EFF3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911098" y="1150577"/>
            <a:ext cx="5954434" cy="554490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3A3B7703-E719-0399-4B47-F9978A1831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4406203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5FE617-840D-11D9-A52C-710089A742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4201F6B9-03EA-5937-7713-76CA3654DCB3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C1A1403B-AC7F-C45A-6A33-02DBA8B0D7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7184BEE-B63D-6E96-56BD-A566BB82B313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011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1B38396-81AF-5825-EDF9-E9BAF5BB126D}"/>
              </a:ext>
            </a:extLst>
          </p:cNvPr>
          <p:cNvSpPr txBox="1"/>
          <p:nvPr/>
        </p:nvSpPr>
        <p:spPr>
          <a:xfrm>
            <a:off x="81440" y="2353369"/>
            <a:ext cx="6252416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CH05 Model Tree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05.06 </a:t>
            </a:r>
            <a:r>
              <a:rPr lang="en-US" altLang="zh-CN" sz="3600" b="1" dirty="0">
                <a:solidFill>
                  <a:schemeClr val="bg1"/>
                </a:solidFill>
              </a:rPr>
              <a:t>Editing Properties for an Object in the Model Tree</a:t>
            </a:r>
            <a:endParaRPr lang="en-US" sz="28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0C48DC8-E65C-059A-3664-3DB0049469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7517B3D-856B-4C6F-18AB-8E782D77DF29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032440" y="1152524"/>
            <a:ext cx="5794089" cy="557524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BB483CA2-6AF9-44A6-94F2-D7A9FCA544C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7645643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B8693E-A1E1-E9F6-3F05-6BFC56C2E7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AC74F456-4C5D-E90C-D295-D2BB0DDB04F7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8F9EF706-2411-1F0D-C6A5-07525AECF3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701647B-7AC2-D128-205D-B6A80803C786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012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7AF3A78-B8F0-73E8-7B45-91E160D11204}"/>
              </a:ext>
            </a:extLst>
          </p:cNvPr>
          <p:cNvSpPr txBox="1"/>
          <p:nvPr/>
        </p:nvSpPr>
        <p:spPr>
          <a:xfrm>
            <a:off x="81440" y="2353369"/>
            <a:ext cx="625241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CH05 Model Tree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05.07 Concepts in the Model Tree and Views</a:t>
            </a:r>
            <a:endParaRPr lang="en-US" sz="28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1786EDB-DCC3-0CB6-3D4D-0B40A354BD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092779F-20BC-1707-D460-EDDDA9955E6F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065649" y="1200420"/>
            <a:ext cx="5695875" cy="555976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71FA923-A563-4BA5-7661-7610AEDF415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78070" y="4375010"/>
            <a:ext cx="1790950" cy="236253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B8EACEBA-B4E5-8A75-6007-67E2084619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6665169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71685E-7E6B-09B2-09FD-CDAD67AD36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6FE5317E-B2F1-F15E-6821-53D155B4559F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C61C231B-5C96-9190-6656-594E47443B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2605129-BCED-3634-71C1-40312DE02A2A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013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F8F5D03-E846-BF9C-12D2-93FDC589EA2B}"/>
              </a:ext>
            </a:extLst>
          </p:cNvPr>
          <p:cNvSpPr txBox="1"/>
          <p:nvPr/>
        </p:nvSpPr>
        <p:spPr>
          <a:xfrm>
            <a:off x="81440" y="2353369"/>
            <a:ext cx="6252416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CH05 Model Tree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05.08 Synchronizing Selections in the Model Tree and a View</a:t>
            </a:r>
            <a:endParaRPr lang="en-US" sz="28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4100BDC-58C0-85A3-608C-EB904DF716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43234B5-3D71-677B-795C-3FC5A9331F5B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984770" y="1161669"/>
            <a:ext cx="5828758" cy="561424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9DBB3952-2818-FC3E-8F7C-A2B74277CFD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0533169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6E3753-242B-10FA-F626-ECF56E77CE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147D4CDE-7DD2-B98A-D2E0-84CE1F8B6AB8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99696A72-4587-F88D-08D1-8CC210E1DD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90C2454-C29F-799E-E807-8EA853DCD290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014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3F4DE9C-4B63-3433-2F01-75EABA637C92}"/>
              </a:ext>
            </a:extLst>
          </p:cNvPr>
          <p:cNvSpPr txBox="1"/>
          <p:nvPr/>
        </p:nvSpPr>
        <p:spPr>
          <a:xfrm>
            <a:off x="81440" y="2353369"/>
            <a:ext cx="6252416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CH05 Model Tree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4000" b="1" dirty="0">
                <a:solidFill>
                  <a:schemeClr val="bg1"/>
                </a:solidFill>
              </a:rPr>
              <a:t>05.09 Drill Down</a:t>
            </a:r>
            <a:endParaRPr lang="en-US" sz="28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0ED738F-7D72-B399-2F12-78F289A826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F48A35C-86CC-AC93-3632-5FB63A52FC5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61543" y="3945545"/>
            <a:ext cx="1995406" cy="199540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00286B4-A3F9-F05E-039F-77313B6F3509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</a:blip>
          <a:stretch>
            <a:fillRect/>
          </a:stretch>
        </p:blipFill>
        <p:spPr>
          <a:xfrm>
            <a:off x="6060004" y="1199095"/>
            <a:ext cx="5688519" cy="54929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91EEDEBC-6D08-EA0B-447E-1969CA040B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20946138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6089F5-6718-833F-85E7-6F7D69215E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09E0B0F0-9D3F-9623-11AE-804C07659B49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CF360AB1-390C-A8CC-F7E6-E355B7039A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6EDF4A9-556A-8EE9-035A-984261E007A6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015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CD8D04-2D2D-E081-9C85-E01762998788}"/>
              </a:ext>
            </a:extLst>
          </p:cNvPr>
          <p:cNvSpPr txBox="1"/>
          <p:nvPr/>
        </p:nvSpPr>
        <p:spPr>
          <a:xfrm>
            <a:off x="81440" y="2353369"/>
            <a:ext cx="6252416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CH05 Model Tree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4000" b="1" dirty="0">
                <a:solidFill>
                  <a:schemeClr val="bg1"/>
                </a:solidFill>
              </a:rPr>
              <a:t>05.10 Hiding Folders</a:t>
            </a:r>
            <a:endParaRPr lang="en-US" sz="28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C229DB6-51E0-BD34-54C2-BE40079780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72B7D58-EC11-3D0A-672F-EFC00FC9EFF7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217335" y="1246112"/>
            <a:ext cx="5652530" cy="536289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8E2BDDE-FF38-EA4C-F5E2-DD06F6E1254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17085" y="4535440"/>
            <a:ext cx="1634412" cy="1235311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23C55E6-635A-57B2-9942-995BEEB7A17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5886" y="4535440"/>
            <a:ext cx="1425361" cy="121630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3" name="Arrow: Right 12">
            <a:extLst>
              <a:ext uri="{FF2B5EF4-FFF2-40B4-BE49-F238E27FC236}">
                <a16:creationId xmlns:a16="http://schemas.microsoft.com/office/drawing/2014/main" id="{A615FDC3-797F-24DB-855C-0E6601079B9B}"/>
              </a:ext>
            </a:extLst>
          </p:cNvPr>
          <p:cNvSpPr/>
          <p:nvPr/>
        </p:nvSpPr>
        <p:spPr>
          <a:xfrm>
            <a:off x="2594624" y="4827282"/>
            <a:ext cx="579654" cy="610759"/>
          </a:xfrm>
          <a:prstGeom prst="rightArrow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B3FADA6-2929-F475-0A57-0AC10CC3EA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7974881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1B9D68-E39E-9FC0-CB2F-CDBB48EF44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49BB8A00-CD03-E228-0ADC-577DDBF83BB3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116B9F5C-9567-0932-9ADB-287202DB82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8EBC7DA-044E-D0E0-016C-4DF250133278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016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3916571-F088-0B38-60B0-C0CB6D1FECC9}"/>
              </a:ext>
            </a:extLst>
          </p:cNvPr>
          <p:cNvSpPr txBox="1"/>
          <p:nvPr/>
        </p:nvSpPr>
        <p:spPr>
          <a:xfrm>
            <a:off x="81440" y="2353369"/>
            <a:ext cx="6252416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CH05 Model Tree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05.11 Searching and Filtering in the Model Tree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05.11.01 </a:t>
            </a:r>
            <a:r>
              <a:rPr lang="en-US" altLang="zh-CN" sz="2400" b="1" dirty="0">
                <a:solidFill>
                  <a:schemeClr val="bg1"/>
                </a:solidFill>
              </a:rPr>
              <a:t>Filtering Object Types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05.11.02 Filtering User Properties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05.11.03 Filtering Specializations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304C235-29BA-58CE-32CB-F6DAA96AC9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611F45D4-A847-9E63-8898-BDB8DCCB3F5E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096000" y="1246112"/>
            <a:ext cx="5665524" cy="536722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7187FB96-1CD4-06E7-CE03-5688C75913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64805237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E635C6-6698-D950-63D0-9540DA065C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29CA17D0-950B-2393-8032-E8261201595D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E857B028-2F87-F388-6F6C-849ADC6CA9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341AB16-ECC6-D3D3-1EA5-692C7661812B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017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7665643-3B42-D57C-4957-0B3A04DFC8B7}"/>
              </a:ext>
            </a:extLst>
          </p:cNvPr>
          <p:cNvSpPr txBox="1"/>
          <p:nvPr/>
        </p:nvSpPr>
        <p:spPr>
          <a:xfrm>
            <a:off x="81440" y="2353369"/>
            <a:ext cx="6252416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CH05 Model Tree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05.11 Searching and Filtering in the Model Tree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05.11.04 Show All Folders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05.11.05 Match Case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05.11.06 Match Regular Expression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CA195F4-D235-DC6E-F00D-0BD9691829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0CF1395-160D-D782-4B27-918E08B1CF84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333856" y="1191527"/>
            <a:ext cx="5471005" cy="553623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82CD3EE3-ED9B-5E3E-AAC6-12EBD2878F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0654994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580D88-B8B4-7CBD-8A1A-3E12C31989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AE3F5CD1-5D81-A24F-6509-7B30EF447650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FFEDE1BF-26D3-1D10-D187-F353390FF3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9A68D91-34AA-7113-144A-D0FC7FD9C05E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018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1887E35-C93A-1FDA-A4B4-1F742E180197}"/>
              </a:ext>
            </a:extLst>
          </p:cNvPr>
          <p:cNvSpPr txBox="1"/>
          <p:nvPr/>
        </p:nvSpPr>
        <p:spPr>
          <a:xfrm>
            <a:off x="81440" y="2353369"/>
            <a:ext cx="6252416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CH05 Model Tree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05.11 Searching and Filtering in the Model Tree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05.11.07 Reset Filters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05.11.08 Find and Replace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C68D5D2-65B7-2697-4973-99786F3EBB2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9F23CA1-CE8B-1B6F-8159-D21207FC6A7E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967435" y="1174192"/>
            <a:ext cx="5889429" cy="555357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7A0F895B-8E10-0737-2909-C9CFE13F9DC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28471284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6CD1C5-0612-6B26-E324-79DF93D302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574B4F97-5E6A-3CDD-4481-6078026FD404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35EE49EA-A11B-5263-6E3A-3916261FE9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E7F6F8-A6AA-DC8B-1EF9-1658E8DAB2AB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019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FA8F54B-C414-49EC-87C6-578382B09A40}"/>
              </a:ext>
            </a:extLst>
          </p:cNvPr>
          <p:cNvSpPr txBox="1"/>
          <p:nvPr/>
        </p:nvSpPr>
        <p:spPr>
          <a:xfrm>
            <a:off x="81440" y="2353369"/>
            <a:ext cx="6252416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06.01 Opening a View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06.02 Creating a New View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06.03 Working with Views</a:t>
            </a:r>
            <a:endParaRPr lang="en-US" sz="24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E7D0E30-6587-418D-9895-887E770D39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B09EF83-E173-84C4-78F9-7815F4BF7EA1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333856" y="1246112"/>
            <a:ext cx="5546803" cy="53701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B464F98B-7C4A-2FD9-0857-2ED0A3BB2D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35896930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2105A7-04C0-6B4F-B62F-2EC84D984B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C24D1A1C-609E-2AE5-E967-E6AD45667E26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F3C79DBD-4562-91C5-C25C-61364F0458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F88B3AA-DC79-E8DF-D4B1-F3BA6495CFC5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020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0FC2B72-DC21-AEE3-68A7-F93178111114}"/>
              </a:ext>
            </a:extLst>
          </p:cNvPr>
          <p:cNvSpPr txBox="1"/>
          <p:nvPr/>
        </p:nvSpPr>
        <p:spPr>
          <a:xfrm>
            <a:off x="81440" y="2353369"/>
            <a:ext cx="6252416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06.04 Navigating a View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Panning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Using Keyboard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Auto-Scrolling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Zooming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Find and Replace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B6A4972-9DB9-6B15-B806-77BAD5B5C6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B0FD07B-77A8-18D5-2C66-618858CC230D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205659" y="1217754"/>
            <a:ext cx="5717990" cy="546039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0D842599-2B1C-3608-DFAF-A79A958332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54709503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B1CE8F-F155-1138-9A78-58436B0B9F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3A107A59-19C4-5B9E-5D39-AC37DAA2628F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47B73BF0-334D-0068-C1EF-BE1CEB4CA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10E9EC3-BC96-2191-63FF-CF842DB08096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021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8B1369B-57C2-4533-CF5C-F445AA7F5962}"/>
              </a:ext>
            </a:extLst>
          </p:cNvPr>
          <p:cNvSpPr txBox="1"/>
          <p:nvPr/>
        </p:nvSpPr>
        <p:spPr>
          <a:xfrm>
            <a:off x="81440" y="2353369"/>
            <a:ext cx="6252416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06.05 The Palette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06.06 Specialized Concepts in Palette</a:t>
            </a:r>
            <a:endParaRPr lang="en-US" sz="24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4905317-F048-C2AD-857F-B50B5256F4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A2BC4D6-E161-2F62-DCBF-3A48DE673AD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29588" y="3518445"/>
            <a:ext cx="1166412" cy="320931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F677F6D-84CC-107D-E506-81302E7BD45D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</a:blip>
          <a:stretch>
            <a:fillRect/>
          </a:stretch>
        </p:blipFill>
        <p:spPr>
          <a:xfrm>
            <a:off x="6401835" y="1200194"/>
            <a:ext cx="5335545" cy="552757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FCA13103-9923-4B06-4D01-1E6780156D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73863590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D244BA-7B32-D814-1E98-03B5A8C1D9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8316A3A0-9EF9-89DB-92EF-FDAC0F1AAF80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A502DB5C-8AF2-CD3B-6E80-C09C60D71F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88426D7-39D6-C793-9926-4A86D4D82781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022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AAE09F8-7AF0-921E-5C0E-3F8E556FBACB}"/>
              </a:ext>
            </a:extLst>
          </p:cNvPr>
          <p:cNvSpPr txBox="1"/>
          <p:nvPr/>
        </p:nvSpPr>
        <p:spPr>
          <a:xfrm>
            <a:off x="81440" y="2353369"/>
            <a:ext cx="625241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06.07 The Detached Palette</a:t>
            </a:r>
            <a:endParaRPr lang="en-US" sz="24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EA60ED2-7023-AB9E-5B50-C74AF62ED4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7A34B00-E227-0B3D-B48F-9203CDB81E83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056709" y="1282760"/>
            <a:ext cx="5977166" cy="530222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DF8AF4D-6F7F-522B-B111-54A90591699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55370" y="4087451"/>
            <a:ext cx="2314898" cy="238158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CCD5C208-7EBD-8416-B3BF-4E1A40EA0B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57410938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B8B40C-C10E-1FCD-701E-CD4F0187E9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283C5D57-51A1-FE44-6946-25A017D7395E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6E7872FB-D811-43D0-8AF2-E5D722E9EC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F6FC91B-E91A-0B22-1667-5DD96AE2C4F7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023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32A169-4023-0957-B85A-5FE4FF680362}"/>
              </a:ext>
            </a:extLst>
          </p:cNvPr>
          <p:cNvSpPr txBox="1"/>
          <p:nvPr/>
        </p:nvSpPr>
        <p:spPr>
          <a:xfrm>
            <a:off x="81440" y="2353369"/>
            <a:ext cx="625241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06.08 Palette Selection Tools</a:t>
            </a:r>
            <a:endParaRPr lang="en-US" sz="24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B9FD2A0-F128-9F76-CF61-C181837BC0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F7BC2E1-E4F0-6AC5-DA45-F917CCD0EBDE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054109" y="1367018"/>
            <a:ext cx="5978446" cy="527319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94A71C21-D21A-98A6-2F33-054BDECF79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75512471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53DFA4-5BA7-F44D-0B7E-7209910194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D802F345-423B-359F-E017-831CC779AAEF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C5587843-21AD-7E69-B4DF-8A1998B227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D37DA40-CCF9-8AA5-F003-D5BF37D34706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024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D203B5D-9784-1953-4B84-4762B5FFE47B}"/>
              </a:ext>
            </a:extLst>
          </p:cNvPr>
          <p:cNvSpPr txBox="1"/>
          <p:nvPr/>
        </p:nvSpPr>
        <p:spPr>
          <a:xfrm>
            <a:off x="81440" y="2353369"/>
            <a:ext cx="6252416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06.09 Palette Creation Tools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Relations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Notes and Groups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ArchiMate Elements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06.10 The Format Painter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C31E911-A4CB-999B-5634-928B8C11626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2048968-26AA-538A-C0C0-283BCDDDC707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333856" y="1546229"/>
            <a:ext cx="5238595" cy="488141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B981051C-818D-6907-FBB6-AE0A91BCC2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12806384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26017C-56A5-1AF1-9D32-EB635E6442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C0AD47A4-1695-CE51-EFA6-770AC8314B38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2F866F99-3D2A-3C61-7BCB-79AEE85E81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73F6D64-440B-D1A0-0009-B732B19EB7FF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025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2FB991D-05BC-F4C7-2798-BA77A4E826AB}"/>
              </a:ext>
            </a:extLst>
          </p:cNvPr>
          <p:cNvSpPr txBox="1"/>
          <p:nvPr/>
        </p:nvSpPr>
        <p:spPr>
          <a:xfrm>
            <a:off x="81440" y="2353369"/>
            <a:ext cx="6252416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06.11 Adding New Elements to the View from the Palette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EC89AA8-1589-97E9-06FF-EEB874B8E76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812DACDA-CF47-B00B-EDBA-07C10C5A98ED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263063" y="1334763"/>
            <a:ext cx="5822680" cy="515723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31545284-0D04-EF80-EF51-D4735FAA92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70470050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9CC0FC-6A4C-76EE-CA59-0BF802734E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D3144945-9B30-E935-7D23-888D2742BC5F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E869CD33-8A0E-6DA1-F09C-B56D915A55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89CAB93-F9AA-A472-F5D2-2286C0A61400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026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9FED6FB-32EB-2DBF-D21F-1E77D74C4802}"/>
              </a:ext>
            </a:extLst>
          </p:cNvPr>
          <p:cNvSpPr txBox="1"/>
          <p:nvPr/>
        </p:nvSpPr>
        <p:spPr>
          <a:xfrm>
            <a:off x="81440" y="2353369"/>
            <a:ext cx="625241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06.12 Editing the View’s Elements’ Properties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E4B9E92-7592-743E-DF45-E0BAFC6688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A42B6FC-2B23-BD6D-E176-B7D86B245191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096000" y="1278426"/>
            <a:ext cx="5744644" cy="526538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2D28C64B-2964-A0CC-062A-5EC0AB54E1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18241882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42EB26-F244-3F67-F3E6-B5129F4057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B5E0782C-29C5-B953-4A58-5BB67B6850A3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A9AE3E10-5C32-73FF-9D11-EC8FADA1D1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D34BA11-534F-AB52-B6CA-216CAF97D06E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027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95C1587-09BD-8A0D-0D76-7A8F99518B40}"/>
              </a:ext>
            </a:extLst>
          </p:cNvPr>
          <p:cNvSpPr txBox="1"/>
          <p:nvPr/>
        </p:nvSpPr>
        <p:spPr>
          <a:xfrm>
            <a:off x="81440" y="2353369"/>
            <a:ext cx="6252416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chemeClr val="bg1"/>
                </a:solidFill>
              </a:rPr>
              <a:t>06.13 Adding New Relationships (Connections) to the View from the Palette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8DF8AA5-BD3D-2022-827B-5A095DA771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F71DA94-BD2B-217E-BAC2-E23FAC296F0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1100" y="4569360"/>
            <a:ext cx="5192004" cy="2011717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1968A9F-BA9D-5AEC-9CDA-BFC68869D4F8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</a:blip>
          <a:stretch>
            <a:fillRect/>
          </a:stretch>
        </p:blipFill>
        <p:spPr>
          <a:xfrm>
            <a:off x="6499842" y="1319596"/>
            <a:ext cx="5354018" cy="496852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55D8D355-DD33-2493-88E4-585ECAB9AE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42378687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787050-302B-603D-DB62-14E7CE364C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B090B473-D113-A97A-6F17-92356D85F6E4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A67861A1-7979-298B-40EA-3C87576C12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8B766BF-CBF1-BB42-A789-BA32451011AF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028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B4779D1-FC1B-44B1-D1F4-7440B86CFAFE}"/>
              </a:ext>
            </a:extLst>
          </p:cNvPr>
          <p:cNvSpPr txBox="1"/>
          <p:nvPr/>
        </p:nvSpPr>
        <p:spPr>
          <a:xfrm>
            <a:off x="81440" y="2353369"/>
            <a:ext cx="6252416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06.14 Information about Connections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06.15 Adding Circular Relationships (Connections)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FF3BC85-25D9-05B3-4F16-B4CF51C407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24ACD73-FCB1-D048-2164-A54EDB02ED71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096000" y="1285991"/>
            <a:ext cx="5892975" cy="540189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9E469472-0B2E-B3CA-B1B3-08905A755C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409421430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82BADB-A921-1C8A-A4F7-280E0433E9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C4D0D209-E17E-5554-47A9-C115EF5B7473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F09E25A7-691E-6E9C-B841-B0701BB792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E4263A4-C48A-C23C-453E-DA3D3C1AEACE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029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76B5C1-F830-74AA-27B5-7B27A9E1C1B6}"/>
              </a:ext>
            </a:extLst>
          </p:cNvPr>
          <p:cNvSpPr txBox="1"/>
          <p:nvPr/>
        </p:nvSpPr>
        <p:spPr>
          <a:xfrm>
            <a:off x="81440" y="2353369"/>
            <a:ext cx="6252416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06.16 Adding New Relationships and Elements to the View using the Magic Connector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91117CC-5A9C-D5DC-3059-04ADB788B3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A936F5D-8450-64D0-B268-2713423C9823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164992" y="1246112"/>
            <a:ext cx="5646711" cy="531955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2305FE82-58A6-D270-A0C5-EB4C7BBCB3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01217685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63BD1C-02C9-1119-E214-3B72E7CF2D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E6DCCC59-9147-7C25-F5E7-4B12BEDE80AC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2595EB6E-FF06-D334-62FD-C55072B055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E67969C-230C-A0C5-9553-6A5D96B2BF93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030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B94A182-2106-E94B-9879-1AE131882EC2}"/>
              </a:ext>
            </a:extLst>
          </p:cNvPr>
          <p:cNvSpPr txBox="1"/>
          <p:nvPr/>
        </p:nvSpPr>
        <p:spPr>
          <a:xfrm>
            <a:off x="81440" y="2353369"/>
            <a:ext cx="6252416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06.17 Adding Elements and Relations from the Model Tree to a View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00BA4B4-06E9-B7C3-D925-648B821958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45FF9D8-542A-FAAE-3BC8-4F0A8CAB00C3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096000" y="1246112"/>
            <a:ext cx="5717528" cy="530960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2A3AA64C-1BAD-5581-75A4-8B1505981B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88266504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8FAEBA-E34B-6CAC-63BB-33F434277A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1EB74915-9961-9732-93C7-2D534DE3405B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E5CB0A66-25E4-D55B-3469-0BF24ED4A8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6811207-FF5F-D5BC-9A8A-531FA64613B6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031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F8A255A-0A23-E8D6-B955-B59E21B9B3D1}"/>
              </a:ext>
            </a:extLst>
          </p:cNvPr>
          <p:cNvSpPr txBox="1"/>
          <p:nvPr/>
        </p:nvSpPr>
        <p:spPr>
          <a:xfrm>
            <a:off x="81440" y="2353369"/>
            <a:ext cx="625241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06.18 Adding a Group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F64AE07-BA8D-52CD-8772-E21817E843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8B3FAF2E-2B28-D977-62C6-7FAB05618582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036601" y="1152524"/>
            <a:ext cx="5828039" cy="557524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4756CFE-F4C1-717A-7EFC-80FD706E1C0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6434" y="4115405"/>
            <a:ext cx="4840284" cy="216408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5F9B0BF6-3B2F-1E4F-B93F-8E91406E4C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405381823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3F1DE2-854D-5DFA-81BC-6809F0F61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295A4D7F-FD1A-E791-1EA1-FEC1E6F30501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4A9FDFFA-66A8-437F-F03A-27892285C2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E6FBD87-2D40-9338-CE71-1650DFBF5463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032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5317F70-C82B-26B7-8CB8-C1AC22C67EA9}"/>
              </a:ext>
            </a:extLst>
          </p:cNvPr>
          <p:cNvSpPr txBox="1"/>
          <p:nvPr/>
        </p:nvSpPr>
        <p:spPr>
          <a:xfrm>
            <a:off x="81440" y="2353369"/>
            <a:ext cx="6252416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06.19 </a:t>
            </a:r>
            <a:r>
              <a:rPr lang="en-US" altLang="zh-CN" sz="3600" b="1" dirty="0">
                <a:solidFill>
                  <a:schemeClr val="bg1"/>
                </a:solidFill>
              </a:rPr>
              <a:t>Adding a Note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06.20 Adding a Note Connection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87DC6ED-F79F-BBF2-4D13-4E31EACD48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719ECA4-BFB0-2D06-A760-D3F86739E3B9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096000" y="1246112"/>
            <a:ext cx="5717767" cy="547148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0D4B6460-EC27-8056-3862-68F1E2C2B8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85628143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7E5B9A-5422-44DE-D892-C85724FB20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B1F0CA12-B0C5-DD40-6405-FD0772A27DE7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36FF1AF6-3C3E-65CC-ED2B-2480A58B76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8C20D2B-22CD-A6EA-1FF5-3111018EB9F1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033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B438F81-7389-21EF-EDE7-FD5B6E00532D}"/>
              </a:ext>
            </a:extLst>
          </p:cNvPr>
          <p:cNvSpPr txBox="1"/>
          <p:nvPr/>
        </p:nvSpPr>
        <p:spPr>
          <a:xfrm>
            <a:off x="81440" y="2353369"/>
            <a:ext cx="625241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06.21 Adding a Junction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DEED979-71AB-1D25-4DD5-B9704AF997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C3E57DD-B79B-23C0-68A1-B7837ECC06D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14164" y="4102036"/>
            <a:ext cx="1447492" cy="1423367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F4E8035-9819-4327-862A-08029D5A07E1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</a:blip>
          <a:stretch>
            <a:fillRect/>
          </a:stretch>
        </p:blipFill>
        <p:spPr>
          <a:xfrm>
            <a:off x="6039963" y="1170337"/>
            <a:ext cx="5881033" cy="560557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EB347372-0A7F-533E-2276-CCD56C8C80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7676053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83FC9F-9D82-C7A6-C71D-053723906B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3DF09406-46CE-E802-315B-A16383B54A71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88FC5704-0706-8446-DDB8-AE16BFB4E8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72672E6-E118-D5F7-87C2-6690B773BA03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034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0AF0FB8-151C-8646-E34F-E34517ADAB3F}"/>
              </a:ext>
            </a:extLst>
          </p:cNvPr>
          <p:cNvSpPr txBox="1"/>
          <p:nvPr/>
        </p:nvSpPr>
        <p:spPr>
          <a:xfrm>
            <a:off x="81440" y="2353369"/>
            <a:ext cx="625241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06.22 Adding a Reference to Another View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B3EB984-3E56-58CD-FE5F-3B72FB99FA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5ED0D06-FF55-1501-D3AD-0FCC1DE82BD2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333856" y="1347764"/>
            <a:ext cx="5509194" cy="523500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B5D6CD3-4ECE-89DC-5B54-FDC93433353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63966" y="4384694"/>
            <a:ext cx="3103374" cy="224684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7E13984D-D97A-D274-07EE-4B7B9ACFD9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44312041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A4AAB2-601A-5BB4-A60F-FD1720A362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4B58AAB0-F75A-8735-A207-A30DAD1A437D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99146C35-BDAC-4EB0-7484-B6D9D76F15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FD79AFE-31CB-979B-FCE6-744D69F2B982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035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B9289CD-EF30-9576-E7F4-529FB4404687}"/>
              </a:ext>
            </a:extLst>
          </p:cNvPr>
          <p:cNvSpPr txBox="1"/>
          <p:nvPr/>
        </p:nvSpPr>
        <p:spPr>
          <a:xfrm>
            <a:off x="81440" y="2353369"/>
            <a:ext cx="625241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06.23 Connection Bend-points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BA45F44-713A-4E69-FE40-FBD916BC9B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F10BEDB-9459-EE1E-6939-10BBE92AADA3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079822" y="1422501"/>
            <a:ext cx="5917931" cy="51288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67DB56F-D8BF-BF53-3EF5-1DF9AA6E3B3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0675" y="4878932"/>
            <a:ext cx="4510030" cy="1205511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B551B31D-6615-9352-6966-181482382C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42194371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80F7BB-1737-E85C-FB29-F039FFFF31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E7B8DC3A-D59B-C942-6C64-AB49D3DBE158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BC343DDA-F699-BEFB-3744-9FC1B97C6D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0786F4A-827D-9900-DF59-7714690A1462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036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25E5A1-74C0-2AED-303D-65A2EE0329D1}"/>
              </a:ext>
            </a:extLst>
          </p:cNvPr>
          <p:cNvSpPr txBox="1"/>
          <p:nvPr/>
        </p:nvSpPr>
        <p:spPr>
          <a:xfrm>
            <a:off x="81439" y="2353369"/>
            <a:ext cx="641036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06.24 Setting the Properties of a Connection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1B11F05-CCAA-ED37-5F76-CCFE2F92AB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7EDF620-4993-5311-C6A0-9080BE7BFD7A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616354" y="1234864"/>
            <a:ext cx="5231652" cy="54929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81329B3-1AA1-B50B-8D9B-881E89D9724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45714" y="4863182"/>
            <a:ext cx="3648788" cy="186442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5C2C3BC4-57C5-711B-13A4-DBAD3262D6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259611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3C90E2-C344-177C-FC92-88B7789981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6DB195A7-653B-E280-B484-B4B3D145BFE3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C9C6C270-A81E-0112-B1D7-C172AED5EC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C4422C9-55D0-9AE0-E213-FA7B4ED4F8E8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037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20F3982-68C5-E88F-4B49-4B7FD0998FF4}"/>
              </a:ext>
            </a:extLst>
          </p:cNvPr>
          <p:cNvSpPr txBox="1"/>
          <p:nvPr/>
        </p:nvSpPr>
        <p:spPr>
          <a:xfrm>
            <a:off x="81439" y="2353369"/>
            <a:ext cx="6410368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06.25 Setting the Connection Router Type for a View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Manual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Manhattan</a:t>
            </a:r>
            <a:r>
              <a:rPr lang="en-US" sz="2000" b="1" dirty="0">
                <a:solidFill>
                  <a:schemeClr val="bg1"/>
                </a:solidFill>
              </a:rPr>
              <a:t> (</a:t>
            </a:r>
            <a:r>
              <a:rPr lang="en-US" sz="2000" b="1" dirty="0">
                <a:solidFill>
                  <a:schemeClr val="bg1"/>
                </a:solidFill>
                <a:hlinkClick r:id="rId4"/>
              </a:rPr>
              <a:t>Manhattan routing</a:t>
            </a:r>
            <a:r>
              <a:rPr lang="en-US" sz="2000" b="1" dirty="0">
                <a:solidFill>
                  <a:schemeClr val="bg1"/>
                </a:solidFill>
              </a:rPr>
              <a:t>)</a:t>
            </a:r>
            <a:endParaRPr lang="en-US" sz="36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67B9F40-167E-70EF-1120-11E98A99450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6F2F552-4E6F-0B0D-097A-5DCF4E307BBC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</a:blip>
          <a:stretch>
            <a:fillRect/>
          </a:stretch>
        </p:blipFill>
        <p:spPr>
          <a:xfrm>
            <a:off x="6148406" y="1283824"/>
            <a:ext cx="5710245" cy="540622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CA774D73-5830-0F76-8334-F0C490FF1A1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82190212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70BF79-4A87-EB38-797A-959DB39CF9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29E3826B-3D0F-EBC1-C3C5-2E1A2538953A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1FF38A9B-66A4-A4E2-1E01-1A50B052BA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9DBF59-868C-1C34-30A0-1B555330E1CA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038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3C0E32B-DE78-9728-5706-BCB65D7DDB5E}"/>
              </a:ext>
            </a:extLst>
          </p:cNvPr>
          <p:cNvSpPr txBox="1"/>
          <p:nvPr/>
        </p:nvSpPr>
        <p:spPr>
          <a:xfrm>
            <a:off x="81439" y="2353369"/>
            <a:ext cx="641036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06.26 Container Elements and Nested Element Relationships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856DEA3-3FC6-C021-272F-5115C4EE5C6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E3D0E30-6A2F-2342-BB1F-7917561022D5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708455" y="1179522"/>
            <a:ext cx="5074836" cy="554824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BDA180E4-F53E-791E-EF13-C43D7B7F94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9539966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664F05-0366-EE2E-AE8E-BC6E9C8076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A4BDFF16-37D6-65D1-FE14-A76CB48602C1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ACD47A53-7866-18D1-B269-D9BC07D1FC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C095BC0-BA82-A1FA-F86C-6E8CA765B5F4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039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284901C-71F7-95CC-80AD-590C34622FB4}"/>
              </a:ext>
            </a:extLst>
          </p:cNvPr>
          <p:cNvSpPr txBox="1"/>
          <p:nvPr/>
        </p:nvSpPr>
        <p:spPr>
          <a:xfrm>
            <a:off x="81439" y="2353369"/>
            <a:ext cx="6410368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06.27 Creating, Showing and Hiding Relationships between Nested Parent/Child Elements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E7EA6E5-DC43-4CFC-B9D3-ED76C6161B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39A1BAD2-0C53-F5CF-6AC4-8F392FB76111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293656" y="1191753"/>
            <a:ext cx="5610879" cy="546990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7A064096-9384-9C95-2B4A-3224EFD938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94897439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064185-3878-0C3F-D62C-D57F0553C6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5DFC55D9-02E0-9366-BBE2-5AB652F4C1AC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89F664EA-50C8-C797-7AA4-123EDFBCC4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C3DFFAA-95EA-6B3B-DD97-A63B7797ED9E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040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FAE6516-8E5D-9308-C725-31800B453D2E}"/>
              </a:ext>
            </a:extLst>
          </p:cNvPr>
          <p:cNvSpPr txBox="1"/>
          <p:nvPr/>
        </p:nvSpPr>
        <p:spPr>
          <a:xfrm>
            <a:off x="81439" y="2353369"/>
            <a:ext cx="6410368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06.28 Setting the Order of Overlapping Elements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06.29 Selecting Elements in a View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D8BB0F0-1568-14CD-82FD-4F17662C70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87C5689-583B-3518-70BE-3D611173BF16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591535" y="1180673"/>
            <a:ext cx="5187323" cy="553517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002EE0F5-F8FC-1F63-502D-664C8E286F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04909187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8C7FBD-7454-CC36-6F6E-99506DA182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7D91492C-97D0-74A6-B948-073AF50D588A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E7DF3110-F1E2-039C-8E27-1CF476E0E9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EE8286D-F37C-567B-CCEC-967F7D3EF9B3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041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2113488-3EF6-AFE3-C7A5-7F3340B34ED3}"/>
              </a:ext>
            </a:extLst>
          </p:cNvPr>
          <p:cNvSpPr txBox="1"/>
          <p:nvPr/>
        </p:nvSpPr>
        <p:spPr>
          <a:xfrm>
            <a:off x="81439" y="2353369"/>
            <a:ext cx="6410368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06.30 Copying and Pasting Elements in a View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06.31 Copy As Image to Clipboard (Ctrl-Shift-C)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8B5345A-8ABA-0AB0-1989-4870937F75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6BD640B-DF71-16DF-D5BA-D9909B81F66A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491807" y="1109666"/>
            <a:ext cx="4607180" cy="566624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05228868-F59F-08E5-998F-27E459B1F6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55627400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EB7CF1-B15E-96EE-6FAA-C4E3B594DC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495DFE31-3C87-396D-16A3-42298836F01F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91C02C29-5F4C-8CD5-5EDE-9799AAEC04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172559D-860D-8CA3-C3D4-44FF4218B224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042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577870E-B9BF-1F30-4F57-52D88E91A432}"/>
              </a:ext>
            </a:extLst>
          </p:cNvPr>
          <p:cNvSpPr txBox="1"/>
          <p:nvPr/>
        </p:nvSpPr>
        <p:spPr>
          <a:xfrm>
            <a:off x="81439" y="2353369"/>
            <a:ext cx="6410368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06.32 Delete Elements and Relationships in a View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06.33 Delete from View (keep children)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06.34 Delete from Model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0551C67-DDC4-4E9E-15E7-CA8CFD986F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6D635A6-3B7A-4804-0E1B-88954CF50CD5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961279" y="1191753"/>
            <a:ext cx="4381555" cy="542789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1344252-C128-A220-31E3-116707CA555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34711" y="4167585"/>
            <a:ext cx="3314180" cy="1674173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6732C466-0A2D-454D-E20E-2FA72DC126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00026883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9F7D41-3583-ACF6-D3CB-7E0E8EEC34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17CC6449-2035-24B8-6083-3048782EF214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CD6B7EF4-1A04-A414-862B-4F4FFF7F16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F5B7CCD-79DA-1C94-BC25-19BEDCB4A0A2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043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B484EF2-2465-34E0-664E-8ED868693585}"/>
              </a:ext>
            </a:extLst>
          </p:cNvPr>
          <p:cNvSpPr txBox="1"/>
          <p:nvPr/>
        </p:nvSpPr>
        <p:spPr>
          <a:xfrm>
            <a:off x="81439" y="2353369"/>
            <a:ext cx="6410368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06.35 Changing an Object’s ArchiMate Concept Type in a View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06.36 Select in Model Tree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A3FA29A-416F-CE47-E6B9-66134E64B2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AA119D0-EB3D-EFE2-A8BB-04BB518485E3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791977" y="1209088"/>
            <a:ext cx="4543731" cy="54799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4B5D994D-663F-182C-C51C-E467BAD18D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70362180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AB6A12-4900-1E0C-A5A6-D3B6DA0EC0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5F5F2165-F414-4248-8129-169758DF1FF4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ADD22912-5B24-7BFB-BCDC-57EC83ADF7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4F89DB6-A96E-9A9E-9434-F0A5E49F7FB1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044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23B972D-3E2D-43A1-5754-02B1239C3CA0}"/>
              </a:ext>
            </a:extLst>
          </p:cNvPr>
          <p:cNvSpPr txBox="1"/>
          <p:nvPr/>
        </p:nvSpPr>
        <p:spPr>
          <a:xfrm>
            <a:off x="81439" y="2353369"/>
            <a:ext cx="641036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06.37 Alignment Tools, Guides and the Grid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0AE0598-5055-5B2C-F5E6-3CBF620FD3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5DE951D-A4C4-CCD1-6DBB-448101120D6E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647960" y="1165525"/>
            <a:ext cx="5021031" cy="556223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3FDCAF0-F3B9-5FBF-3B58-343A81221E8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5663" y="4515663"/>
            <a:ext cx="6082557" cy="2086977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4C9B8089-C371-7A6D-8C2F-2F29606B0B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69128115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7EEC52-81E1-A6D7-6BD4-D0668EE31B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C5DF55AF-AF61-7950-183C-C5AB75B4D888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4C53B341-94C2-5430-B22A-7BFF4BB330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15377F3-A7AF-B9CC-CA08-440A098E7C84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045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F7FB599-AA2F-344D-64A3-6ABD68B4B998}"/>
              </a:ext>
            </a:extLst>
          </p:cNvPr>
          <p:cNvSpPr txBox="1"/>
          <p:nvPr/>
        </p:nvSpPr>
        <p:spPr>
          <a:xfrm>
            <a:off x="81439" y="2353369"/>
            <a:ext cx="6410368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06.38 Showing a View in Full Screen Mode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06.39 Export View As Image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9CDA4C6-3D3D-A9CA-C35B-385FF6BB5D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93B9216-8F0B-E7F8-4460-3981DC110DFC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269793" y="1154910"/>
            <a:ext cx="4632754" cy="553623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2A3ADBD3-F908-B8C2-8EF8-DC7562D8C6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419938838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432860-F9ED-7BF1-D31A-BCB03E5F97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DCE41A79-273C-1362-1AF7-F30167AC76AD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3022AD1A-894D-CD0D-3E55-A18F4E746C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6434B28-92E0-09DC-0A38-273AF0C9D854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046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AFB1DDE-1FA0-26FD-E83C-48180CA4EB39}"/>
              </a:ext>
            </a:extLst>
          </p:cNvPr>
          <p:cNvSpPr txBox="1"/>
          <p:nvPr/>
        </p:nvSpPr>
        <p:spPr>
          <a:xfrm>
            <a:off x="81439" y="2353369"/>
            <a:ext cx="641036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CH07 Viewpoints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07.01 Setting the Viewpoints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091BF77-38B6-0996-F776-CB81C1C2418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74B84F4-F1BD-5305-69A2-64814ABC357D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018613" y="1370497"/>
            <a:ext cx="5278228" cy="523288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55CC4FAC-1AFC-99E4-5252-261F7DE4C793}"/>
              </a:ext>
            </a:extLst>
          </p:cNvPr>
          <p:cNvGrpSpPr/>
          <p:nvPr/>
        </p:nvGrpSpPr>
        <p:grpSpPr>
          <a:xfrm>
            <a:off x="895159" y="4309945"/>
            <a:ext cx="4964079" cy="2465967"/>
            <a:chOff x="895159" y="4309945"/>
            <a:chExt cx="4964079" cy="2465967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A323F524-4936-6749-8B73-D8476A90882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95159" y="4309945"/>
              <a:ext cx="4964079" cy="2465967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686020B8-6B32-BF54-0415-061A6A915FFA}"/>
                </a:ext>
              </a:extLst>
            </p:cNvPr>
            <p:cNvSpPr txBox="1"/>
            <p:nvPr/>
          </p:nvSpPr>
          <p:spPr>
            <a:xfrm>
              <a:off x="1124640" y="6383455"/>
              <a:ext cx="4305768" cy="369332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>
              <a:spAutoFit/>
            </a:bodyPr>
            <a:lstStyle/>
            <a:p>
              <a:r>
                <a:rPr lang="en-US" b="1" i="0" u="none" strike="noStrike" dirty="0">
                  <a:solidFill>
                    <a:srgbClr val="B18A2C"/>
                  </a:solidFill>
                  <a:effectLst>
                    <a:outerShdw blurRad="60007" dir="2000400" sy="-30000" kx="-800400" algn="bl" rotWithShape="0">
                      <a:prstClr val="black">
                        <a:alpha val="20000"/>
                      </a:prstClr>
                    </a:outerShdw>
                  </a:effectLst>
                  <a:latin typeface="Arial" panose="020B0604020202020204" pitchFamily="34" charset="0"/>
                  <a:hlinkClick r:id="rId7" tooltip="Every Viewpoint is a View from Point – The Reflectionary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Every Viewpoint is a View from Point </a:t>
              </a:r>
              <a:endParaRPr lang="en-US" dirty="0">
                <a:solidFill>
                  <a:srgbClr val="B18A2C"/>
                </a:solidFill>
                <a:effectLst>
                  <a:outerShdw blurRad="60007" dir="2000400" sy="-30000" kx="-800400" algn="bl" rotWithShape="0">
                    <a:prstClr val="black">
                      <a:alpha val="20000"/>
                    </a:prstClr>
                  </a:outerShdw>
                </a:effectLst>
              </a:endParaRPr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641FE856-0E71-25F4-0CA5-CC9317DE99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9495468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5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AC4E67-211D-C804-61B1-23DD7E8417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DFBB47F7-FF87-E6AA-18F0-C6C09D0865C6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7D46BC11-8D8C-85F2-6C02-8785235564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DCD8F28-8187-BF53-C721-047F7CAF9675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047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593B2B7-C7A3-E854-83DC-D6DB65117C04}"/>
              </a:ext>
            </a:extLst>
          </p:cNvPr>
          <p:cNvSpPr txBox="1"/>
          <p:nvPr/>
        </p:nvSpPr>
        <p:spPr>
          <a:xfrm>
            <a:off x="81439" y="2353369"/>
            <a:ext cx="641036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CH08 Properties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08.01 Model Properties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224E2EC-15F7-BBA7-6302-CC28DFBFDA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DE380C4-2311-9CCB-2709-C1E00334394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0975" y="3990645"/>
            <a:ext cx="5410955" cy="21529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9847894F-C876-4473-9319-DC4FE7BA442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69341" y="4713234"/>
            <a:ext cx="2850098" cy="1966443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 w="76200">
            <a:solidFill>
              <a:schemeClr val="bg1">
                <a:lumMod val="75000"/>
              </a:schemeClr>
            </a:solidFill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2B2B74ED-FCC1-7CCB-DB09-D4020EB627C1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70000"/>
          </a:blip>
          <a:stretch>
            <a:fillRect/>
          </a:stretch>
        </p:blipFill>
        <p:spPr>
          <a:xfrm>
            <a:off x="6388244" y="1391100"/>
            <a:ext cx="5420885" cy="494686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2B8C8271-7C12-1D57-7554-287AB7864A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7508828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5FD5FF-6D98-F93C-300A-98CA845413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8CD54227-A85E-8B27-3E38-57A9DB8EAD8F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631678EB-18C2-7CFE-7297-4069B08284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55C9FEB-264A-C5E1-A525-4B9D898F8895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048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DFC45B-7665-CECF-7424-A3C343445839}"/>
              </a:ext>
            </a:extLst>
          </p:cNvPr>
          <p:cNvSpPr txBox="1"/>
          <p:nvPr/>
        </p:nvSpPr>
        <p:spPr>
          <a:xfrm>
            <a:off x="81439" y="2353369"/>
            <a:ext cx="641036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CH08 Properties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08.02 Element Properties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2954303-CB79-9D10-25E7-50CEE851C5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D341CF5E-A78A-BA7C-173E-0E308DBF47E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6996" y="3926807"/>
            <a:ext cx="5315692" cy="213389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E5B080E-721C-C89D-E83D-4694CFC9D054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</a:blip>
          <a:stretch>
            <a:fillRect/>
          </a:stretch>
        </p:blipFill>
        <p:spPr>
          <a:xfrm>
            <a:off x="6332163" y="1470171"/>
            <a:ext cx="5526414" cy="503353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E218A37E-F15D-03E5-3229-320D6EEF20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12313080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8B373D-45E6-D8D7-9F90-5553871A7B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9004BBC4-753E-2EC7-3196-9EA25A7689C2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148B1FFF-8B1C-C54B-2F53-2B2BBCD897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49C8F26-149F-D222-8706-85DC1CC4202D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049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CC1250D-3714-6A51-019B-2C93289740D9}"/>
              </a:ext>
            </a:extLst>
          </p:cNvPr>
          <p:cNvSpPr txBox="1"/>
          <p:nvPr/>
        </p:nvSpPr>
        <p:spPr>
          <a:xfrm>
            <a:off x="81439" y="2353369"/>
            <a:ext cx="6410368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CH08 Properties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08.03 Element Appearance Properties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sz="2800" b="1" dirty="0">
                <a:solidFill>
                  <a:schemeClr val="bg1"/>
                </a:solidFill>
              </a:rPr>
              <a:t>Appearance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sz="2800" b="1" dirty="0">
                <a:solidFill>
                  <a:schemeClr val="bg1"/>
                </a:solidFill>
              </a:rPr>
              <a:t>Label</a:t>
            </a:r>
            <a:endParaRPr lang="en-US" sz="36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BD09F09-32EA-7570-7371-EEB2CB7F05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714C42A-87CB-83FB-398A-4F24760DE6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6776" y="5308721"/>
            <a:ext cx="2735705" cy="127436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532F668-A702-7E28-EBA7-43C77EFEF1A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18835" y="5303427"/>
            <a:ext cx="2892264" cy="127436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A9CE4DAE-25DC-F377-980F-B5DA0A13ACBF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70000"/>
          </a:blip>
          <a:stretch>
            <a:fillRect/>
          </a:stretch>
        </p:blipFill>
        <p:spPr>
          <a:xfrm>
            <a:off x="6027453" y="1474920"/>
            <a:ext cx="6049269" cy="510287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25EBC7DB-D0DC-0B7A-16E1-B172A29350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8636457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B578FC-7F42-C951-E143-CA77C4FF15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3A7F6A87-0CA1-B303-8205-120ABA4E550A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51D4FB51-7CA1-4370-BFC4-60EB096449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FC6B41A-F1D2-6692-8F16-CEF99A4CB1A5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050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59E736-FF87-C17C-2B0D-B896CC1AB09C}"/>
              </a:ext>
            </a:extLst>
          </p:cNvPr>
          <p:cNvSpPr txBox="1"/>
          <p:nvPr/>
        </p:nvSpPr>
        <p:spPr>
          <a:xfrm>
            <a:off x="81439" y="2353369"/>
            <a:ext cx="6410368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CH08 Properties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08.03 Element Appearance Properties</a:t>
            </a:r>
          </a:p>
          <a:p>
            <a:pPr marL="971550" lvl="1" indent="-514350">
              <a:buFont typeface="+mj-lt"/>
              <a:buAutoNum type="arabicPeriod" startAt="3"/>
            </a:pPr>
            <a:r>
              <a:rPr lang="en-US" sz="2800" b="1" dirty="0">
                <a:solidFill>
                  <a:schemeClr val="bg1"/>
                </a:solidFill>
              </a:rPr>
              <a:t>Figure</a:t>
            </a:r>
          </a:p>
          <a:p>
            <a:pPr marL="971550" lvl="1" indent="-514350">
              <a:buFont typeface="+mj-lt"/>
              <a:buAutoNum type="arabicPeriod" startAt="3"/>
            </a:pPr>
            <a:r>
              <a:rPr lang="en-US" sz="2800" b="1" dirty="0">
                <a:solidFill>
                  <a:schemeClr val="bg1"/>
                </a:solidFill>
              </a:rPr>
              <a:t>Image</a:t>
            </a:r>
            <a:endParaRPr lang="en-US" sz="36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9A7017F-D096-457C-1960-759DF15711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9532EEB-4E7A-D843-8B34-F67DF9E3711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941" y="5383080"/>
            <a:ext cx="1970516" cy="1116977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7002BEC-9F01-F640-C699-CBF41EB1A53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73534" y="4998461"/>
            <a:ext cx="1880947" cy="150159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92EA4D5-2E1E-386F-9923-518607F9C16E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70000"/>
          </a:blip>
          <a:stretch>
            <a:fillRect/>
          </a:stretch>
        </p:blipFill>
        <p:spPr>
          <a:xfrm>
            <a:off x="5706348" y="1287094"/>
            <a:ext cx="6150516" cy="540221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1C0A3642-6B28-B11B-A4EE-110F41030B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49153643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30F663-9A26-C7A0-D484-1EA3030262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DB97BAF1-D711-7505-0D29-E805BAE87ED2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5115B102-CAC1-A06F-7821-6F3E679703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5D4F69D-0FB9-F33B-1485-10A4254150B8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051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95F240-6A2F-98DF-B2A6-36D7EF876BD7}"/>
              </a:ext>
            </a:extLst>
          </p:cNvPr>
          <p:cNvSpPr txBox="1"/>
          <p:nvPr/>
        </p:nvSpPr>
        <p:spPr>
          <a:xfrm>
            <a:off x="81439" y="2353369"/>
            <a:ext cx="641036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CH08 Properties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08.04 Relationship Properties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FDB6864-0E95-CD8F-17FD-158EF62BA3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754A845-3F32-FBB7-5FC7-1B277B5B6F1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7285" y="4545417"/>
            <a:ext cx="4914427" cy="1983167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B85CC70-817B-A232-9700-A8E372AC9D61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</a:blip>
          <a:stretch>
            <a:fillRect/>
          </a:stretch>
        </p:blipFill>
        <p:spPr>
          <a:xfrm>
            <a:off x="5889859" y="1191527"/>
            <a:ext cx="5835878" cy="553623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67F59226-1151-0344-6516-4585B5B687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72828269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C513D9-4292-F998-6D79-1341E28042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5EF03572-0E09-7BBE-2D84-15C6DF771A80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12038062-5D5D-1C73-8D24-8880B46B60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525F3EC-5143-5213-0D2C-F5497DC479ED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052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C879DEF-B7A6-87DB-E910-7DC9870B6227}"/>
              </a:ext>
            </a:extLst>
          </p:cNvPr>
          <p:cNvSpPr txBox="1"/>
          <p:nvPr/>
        </p:nvSpPr>
        <p:spPr>
          <a:xfrm>
            <a:off x="81439" y="2353369"/>
            <a:ext cx="641036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CH08 Properties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08.05 Relationship Connection Appearance Properties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DCE1E6D-6926-C076-C499-42F70B47CE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A77C8B04-4F52-5F61-6F5F-C408FEAF70C7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034326" y="1242654"/>
            <a:ext cx="5846361" cy="548856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23416848-3619-6FB1-EAF9-A1A4E25768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10793518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680A34-4732-6DCB-4379-76D2E32912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475F971C-FF3A-0A38-66C1-A615B5A196C6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3A3AC0EF-AFC7-EC15-63AD-E7D6F92049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13E02C5-D70D-648E-37DF-7120B3E2E932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053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4611E3E-7989-D670-A481-B79E7E72F70D}"/>
              </a:ext>
            </a:extLst>
          </p:cNvPr>
          <p:cNvSpPr txBox="1"/>
          <p:nvPr/>
        </p:nvSpPr>
        <p:spPr>
          <a:xfrm>
            <a:off x="81439" y="2353369"/>
            <a:ext cx="641036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CH08 Properties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08.06 View Properties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08.07 View Reference Properties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734E128-0805-A9DD-5CC8-6E11D0438B6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C9329D4-DA88-0AB3-BC0B-096B7A2DA14B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751231" y="1246112"/>
            <a:ext cx="5823946" cy="544752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6CE4C1A9-C8A0-38BA-F8FD-02BB8AD4A2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78597796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EB6B01-0C6D-0BB0-97B8-92FCD1EC7E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37BBB19D-0DCC-448C-D67A-C5D2C7EF472A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A0870124-CE88-0CC4-ADE3-36E99D2C2D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E56EE8-18E6-9C92-515B-49CDDB9AD347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054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3879F89-4E71-C6E8-3BF4-B112D1EC421B}"/>
              </a:ext>
            </a:extLst>
          </p:cNvPr>
          <p:cNvSpPr txBox="1"/>
          <p:nvPr/>
        </p:nvSpPr>
        <p:spPr>
          <a:xfrm>
            <a:off x="81439" y="2353369"/>
            <a:ext cx="641036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CH08 Properties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08.08 Folder Properties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271FD07-522F-EBFA-4924-09330A9462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FC130DB-18BB-654E-D227-9D65AD1783D3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788063" y="1029488"/>
            <a:ext cx="6037907" cy="554874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29C60BD-3F7C-A2DA-D020-B699DCBAEF8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44171" y="3875288"/>
            <a:ext cx="2905530" cy="2172003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38C94BC-B2F5-DEC5-F017-1A33366B4D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87171" y="12439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1908394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92F450-BE6C-221B-38B2-D8439351EC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13A4C94F-E83B-14FF-6193-471746C67A5E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47BF63AC-1E39-1EC6-33E3-1C549ADCA9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558BAFC-0A76-46D2-6AB3-4590C200C664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055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2E29F83-9BC1-EC95-2BB3-6513A55A257B}"/>
              </a:ext>
            </a:extLst>
          </p:cNvPr>
          <p:cNvSpPr txBox="1"/>
          <p:nvPr/>
        </p:nvSpPr>
        <p:spPr>
          <a:xfrm>
            <a:off x="81439" y="2353369"/>
            <a:ext cx="641036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CH08 Properties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08.09 Note Properties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91096F6-49AB-FB83-7D8A-9A713D2D10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050E58D-8DD1-C601-4B5A-9C8C035E6B8F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997791" y="924790"/>
            <a:ext cx="5910762" cy="585112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CCF21E4C-3D25-BD62-B141-326AA67A615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8879" y="3830697"/>
            <a:ext cx="3798482" cy="230301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44555735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542DCE-DB12-5754-7E66-A784AF9457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A77EA7E4-9211-EB5A-B030-C77CBABDA2EF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28E59D1F-7E8E-7155-F3C3-73DA180334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5CBD166-2ACD-F9EF-9B4C-77BE0016CD18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056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5A60C16-7E09-B10F-3DE7-16DD43CE9079}"/>
              </a:ext>
            </a:extLst>
          </p:cNvPr>
          <p:cNvSpPr txBox="1"/>
          <p:nvPr/>
        </p:nvSpPr>
        <p:spPr>
          <a:xfrm>
            <a:off x="81439" y="2353369"/>
            <a:ext cx="641036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CH08 Properties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08.10 Connection Properties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F1A588C-4AE2-9FE9-4A79-82ABAA7AC6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5B5A699-14D5-B41F-AE17-B4E36978C90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81294" y="4384694"/>
            <a:ext cx="3987416" cy="203132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C1C5113-341C-7141-D969-655CCAE287C7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</a:blip>
          <a:stretch>
            <a:fillRect/>
          </a:stretch>
        </p:blipFill>
        <p:spPr>
          <a:xfrm>
            <a:off x="5850601" y="997526"/>
            <a:ext cx="5995035" cy="543392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506197701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8CBB8E-B777-D31F-51D2-4ADEF4D31D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E01D186B-B3C4-BC2D-9CB1-F86B65FD382C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202C2530-27FC-F3C9-EA2B-943A58D57E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180A88B-EC23-8D5A-4416-D9603C1918A0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057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D378DD6-5F04-C6C3-3208-F4FB7DCC4E83}"/>
              </a:ext>
            </a:extLst>
          </p:cNvPr>
          <p:cNvSpPr txBox="1"/>
          <p:nvPr/>
        </p:nvSpPr>
        <p:spPr>
          <a:xfrm>
            <a:off x="81439" y="2353369"/>
            <a:ext cx="641036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CH08 Properties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08.11 Group Properties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285E247-1025-1072-2390-7EA49CBCE4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B74BD1A-35B8-8D17-3733-A733FD00210C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930550" y="1091549"/>
            <a:ext cx="6045245" cy="547550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D39533B-03C8-88C2-538C-B6E2A0D54B6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72479" y="4013830"/>
            <a:ext cx="2924583" cy="201005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406239311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2B44D0-FDBA-9CAF-778F-ECDDC0930A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68C2B336-CF11-2D0C-0122-66A1977C4A4B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4B02A78B-71E2-1DCD-227D-68536854FF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82CE655-C2A5-868C-9533-2B3563A32D20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058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0FD2094-5BEA-1CE8-3641-45567037DB18}"/>
              </a:ext>
            </a:extLst>
          </p:cNvPr>
          <p:cNvSpPr txBox="1"/>
          <p:nvPr/>
        </p:nvSpPr>
        <p:spPr>
          <a:xfrm>
            <a:off x="81439" y="2353369"/>
            <a:ext cx="641036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CH08 Properties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08.12 User Properties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E7E44F2-0296-FDC7-0827-40B977476B1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3A545C74-B3D0-548E-5511-7F65A5F18D9A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736980" y="1091550"/>
            <a:ext cx="6098265" cy="557590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78FC084-048F-DBC1-A7EE-88CF40C13C8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36968" y="3926807"/>
            <a:ext cx="3477110" cy="184810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404811108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5A41F2-A74F-9E46-15E3-B3FD5892FA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8ECE5F15-69BD-DCDC-3DAC-94193AE4C08E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DC923A0E-D9F1-7E1E-B36F-1C83937DE2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E1CD59C-56D1-9153-38E7-8DD75AF2A3C6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059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B07A51-A676-DFFC-A0CC-A047A29CADA0}"/>
              </a:ext>
            </a:extLst>
          </p:cNvPr>
          <p:cNvSpPr txBox="1"/>
          <p:nvPr/>
        </p:nvSpPr>
        <p:spPr>
          <a:xfrm>
            <a:off x="81439" y="2353369"/>
            <a:ext cx="6014561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CH09 The Navigator Window</a:t>
            </a:r>
            <a:endParaRPr lang="en-US" sz="36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82FE101-991E-C1E7-1065-59C34E5932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C2E1054-4222-FCDD-7BDA-BE5DDC4CEBAF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262292" y="831810"/>
            <a:ext cx="6645690" cy="584954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84671438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4F9006-F0E9-BDF1-BF72-D2D31E6CD7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180E1795-3AD4-CB45-BC37-2DB264EBC807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4E47DA2B-D676-9F23-8049-E85810857F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E3CF0F3-4CD4-E995-A984-03BA72750537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060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12CDCAA-3630-B3C9-E318-648CEBE5BA1C}"/>
              </a:ext>
            </a:extLst>
          </p:cNvPr>
          <p:cNvSpPr txBox="1"/>
          <p:nvPr/>
        </p:nvSpPr>
        <p:spPr>
          <a:xfrm>
            <a:off x="252355" y="2378411"/>
            <a:ext cx="603735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CH10 The Visualizer Window</a:t>
            </a:r>
            <a:endParaRPr lang="en-US" sz="36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B1FC45D-5935-9F15-96A2-693FD98567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C6B26F5-67BB-B073-E939-5C2BC3EFEF0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9034" y="5023481"/>
            <a:ext cx="4240728" cy="170997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16B72A10-A885-EE88-23B1-02C5814D15B4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</a:blip>
          <a:stretch>
            <a:fillRect/>
          </a:stretch>
        </p:blipFill>
        <p:spPr>
          <a:xfrm>
            <a:off x="5080141" y="998315"/>
            <a:ext cx="6979084" cy="561109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7792754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73B81F-B4C9-989B-2B88-F3DB7ED2C3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BC128B12-D755-5C75-0C7F-5C113816AAB6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AD9BF11E-7C41-2449-0890-83808FFF73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902D42-A496-5D77-1659-B7DD95A57DB2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061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D5F5A7C-BD82-EB95-5371-4B22C7C888E4}"/>
              </a:ext>
            </a:extLst>
          </p:cNvPr>
          <p:cNvSpPr txBox="1"/>
          <p:nvPr/>
        </p:nvSpPr>
        <p:spPr>
          <a:xfrm>
            <a:off x="81439" y="2353369"/>
            <a:ext cx="641036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CH11 The Hints Window</a:t>
            </a:r>
            <a:endParaRPr lang="en-US" sz="36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3A0813B-376A-FE69-73F5-DEC788080A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9F21873-89B0-EB7E-4313-AD7DA1E4BA9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0178" y="4430559"/>
            <a:ext cx="4068773" cy="161673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08678D1-FDDE-725B-D63D-ECAC7694686D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</a:blip>
          <a:stretch>
            <a:fillRect/>
          </a:stretch>
        </p:blipFill>
        <p:spPr>
          <a:xfrm>
            <a:off x="5392881" y="1118450"/>
            <a:ext cx="6578847" cy="537082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15324516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B0691C-8CB8-E6DD-5094-5FCF272235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E23D21DF-FC7B-91E9-61EE-2286E08C9F0C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A0D2BED2-D161-AB41-61BA-C4E5EF5439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533D265-EA65-F51D-050F-51E26FC2403E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062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C01AFE6-550D-A336-060C-F178652ECEDD}"/>
              </a:ext>
            </a:extLst>
          </p:cNvPr>
          <p:cNvSpPr txBox="1"/>
          <p:nvPr/>
        </p:nvSpPr>
        <p:spPr>
          <a:xfrm>
            <a:off x="81439" y="2353369"/>
            <a:ext cx="641036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CH12 The Outline Window</a:t>
            </a:r>
            <a:endParaRPr lang="en-US" sz="36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461679D-6031-1779-572A-E9F7355EF5E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97062D09-DA9C-FC0D-D51C-C49F1A785A9A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200930" y="920635"/>
            <a:ext cx="5571970" cy="576645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74652FF-105B-828E-71AC-4917F73430E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9292" y="4071550"/>
            <a:ext cx="2623786" cy="261553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255894774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EB2705-98C7-38D6-8F14-2F3339C0E0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E6B9C2BA-7710-9329-A838-21B9D111730E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B5ACC97E-1CDB-F4B4-7D8A-6D83D992B2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2079EB-14CE-C2EE-30B4-B904DF54B81C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063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FA00C77-EF5F-2EA6-856C-9AA961C1FEC8}"/>
              </a:ext>
            </a:extLst>
          </p:cNvPr>
          <p:cNvSpPr txBox="1"/>
          <p:nvPr/>
        </p:nvSpPr>
        <p:spPr>
          <a:xfrm>
            <a:off x="81439" y="2353369"/>
            <a:ext cx="641036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CH13 Tools (Menu) 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Generate View For…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Properties Manager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Specialization Manager</a:t>
            </a:r>
            <a:endParaRPr lang="en-US" sz="20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7A7D025-677D-5D2C-AF13-82508190A8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BED9D6C-C8EE-C056-3CCC-2FFBBEE4EE1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62546" y="4938692"/>
            <a:ext cx="2362822" cy="172958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0B2ABAD-5FD3-8044-2F7D-5F705CF4C473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</a:blip>
          <a:stretch>
            <a:fillRect/>
          </a:stretch>
        </p:blipFill>
        <p:spPr>
          <a:xfrm>
            <a:off x="6458123" y="1350817"/>
            <a:ext cx="5463819" cy="506037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048096854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9BCFF6-D2B5-2EDE-0E80-A3D184A83F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77E00DD7-B8E0-3640-4959-66BC0E38B48F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AE36198A-A0CB-B3B2-830C-6AD94BC698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DC4816-A1DB-9185-42BC-561EFB909350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064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A0FBCB5-6A00-79A7-998C-E41896B73B29}"/>
              </a:ext>
            </a:extLst>
          </p:cNvPr>
          <p:cNvSpPr txBox="1"/>
          <p:nvPr/>
        </p:nvSpPr>
        <p:spPr>
          <a:xfrm>
            <a:off x="81439" y="2353369"/>
            <a:ext cx="641036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CH13 Tools (Menu) 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The Validator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Preview HTML Report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… More</a:t>
            </a:r>
            <a:endParaRPr lang="en-US" sz="20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1D96537-B004-3A65-5F74-864830EBBB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D03E2FF-55BA-DA50-0DCA-0528149BAB8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62546" y="4938692"/>
            <a:ext cx="2362822" cy="172958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2C7E039D-76C4-9CD1-2826-A1344CA51358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</a:blip>
          <a:stretch>
            <a:fillRect/>
          </a:stretch>
        </p:blipFill>
        <p:spPr>
          <a:xfrm>
            <a:off x="6378666" y="1377352"/>
            <a:ext cx="5560488" cy="512735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189679808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D4EABA-B01A-F82E-A74C-750EB9FB19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67D07EEC-83FE-99B1-92AC-DE58E31A01A0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6A9900D5-9AE8-E4DF-1266-C39F47CD86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88CA5D4-B738-D82D-C880-91EFCFC1E58A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065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FDDE476-C37D-D8AC-B0FA-AFDA8DF204B4}"/>
              </a:ext>
            </a:extLst>
          </p:cNvPr>
          <p:cNvSpPr txBox="1"/>
          <p:nvPr/>
        </p:nvSpPr>
        <p:spPr>
          <a:xfrm>
            <a:off x="81439" y="2353369"/>
            <a:ext cx="641036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CH14 Opening, Saving and Printing</a:t>
            </a:r>
            <a:endParaRPr lang="en-US" sz="20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03D766D-A2E3-A2F7-6856-DDCFA71DD5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7A2C96F-99B9-7AD7-2355-70C494D88AFD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118092" y="1091550"/>
            <a:ext cx="6903181" cy="56001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66332439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06EBB8-E35A-9628-1217-D3720EBC3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81A66693-2918-376A-A74F-45AA89B1DEF8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6B323FD1-C040-CDDE-A025-62D20BD9CE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8FE2E31-EFF4-E944-B3C1-7E3956CD4D04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066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8ECCE2A-4336-ECFE-E23E-C0DE1F707BD5}"/>
              </a:ext>
            </a:extLst>
          </p:cNvPr>
          <p:cNvSpPr txBox="1"/>
          <p:nvPr/>
        </p:nvSpPr>
        <p:spPr>
          <a:xfrm>
            <a:off x="81439" y="2353369"/>
            <a:ext cx="6410368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CH15 Exporting and Importing the Model in CSV Format</a:t>
            </a:r>
            <a:endParaRPr lang="en-US" sz="20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5E5ED0D-E27D-C950-853E-723446B946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149AB78-4AD0-5479-B7E1-E5B9B9FEEBC1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071957" y="1756063"/>
            <a:ext cx="5998383" cy="487333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F0406D3-D53D-D956-C327-6B8D74F8D50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86623" y="5012477"/>
            <a:ext cx="1295581" cy="134321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953484717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2B3146-B6B5-D11F-E90F-23BC30849F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1C2E992C-6F7F-3E24-082B-845D53533DE6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DBD7D0DF-B83D-61BE-FAA9-1A3B5C77BB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DCE0007-0379-317F-0DBC-28D098F3573D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067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893337A-55F0-C047-6352-2F5AF92FD41F}"/>
              </a:ext>
            </a:extLst>
          </p:cNvPr>
          <p:cNvSpPr txBox="1"/>
          <p:nvPr/>
        </p:nvSpPr>
        <p:spPr>
          <a:xfrm>
            <a:off x="81439" y="2353369"/>
            <a:ext cx="6410368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CH16 Importing Another Model into the Current Model</a:t>
            </a:r>
            <a:endParaRPr lang="en-US" sz="20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C5032F3-6232-07BC-FB1A-F56B6DD5B7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596A0B8-E63E-FD7D-A9A7-F2AD295770ED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469977" y="1943100"/>
            <a:ext cx="6615766" cy="472764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855524839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6340D3-2FEE-AABF-5574-F31655484A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E93C41ED-1255-C682-3842-AE121C2C4D13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FDB23AAA-ED64-5962-F8B7-AED9E8EDB1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9CF2FD8-04F0-4520-47CA-F73355D54E05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068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4FCC4E7-D1DB-52F5-8AEC-8A7A884A031B}"/>
              </a:ext>
            </a:extLst>
          </p:cNvPr>
          <p:cNvSpPr txBox="1"/>
          <p:nvPr/>
        </p:nvSpPr>
        <p:spPr>
          <a:xfrm>
            <a:off x="81439" y="2353369"/>
            <a:ext cx="641036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CH17 The Open Group Exchange File Format</a:t>
            </a:r>
            <a:endParaRPr lang="en-US" sz="20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01C8876-0A6D-6EA1-C57F-E0E100E664C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174D339-DF13-48E5-3644-FC4E4331FE94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715823" y="1193076"/>
            <a:ext cx="6410368" cy="541554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140191592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DF585E-697E-633A-3661-329826C360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7C496C8D-E8E7-99BE-47EB-BB789460F9A9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75AE7355-14E1-14C5-3060-626FEF645C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7E65332-A442-D281-8A44-9CEDDB1440C1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069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F466987-4F5A-FEDF-904F-EB566D529F64}"/>
              </a:ext>
            </a:extLst>
          </p:cNvPr>
          <p:cNvSpPr txBox="1"/>
          <p:nvPr/>
        </p:nvSpPr>
        <p:spPr>
          <a:xfrm>
            <a:off x="81439" y="2353369"/>
            <a:ext cx="6410368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CH18 Reporting</a:t>
            </a:r>
          </a:p>
          <a:p>
            <a:r>
              <a:rPr lang="en-US" sz="4400" b="1" dirty="0">
                <a:solidFill>
                  <a:schemeClr val="bg1"/>
                </a:solidFill>
              </a:rPr>
              <a:t>18.01 HTML Report</a:t>
            </a:r>
            <a:endParaRPr lang="en-US" sz="16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3ADD4C3-30E1-D788-AFCA-3FEC8A6593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C36840D-4CDD-B38C-C6CB-E89BADADD8C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25139" y="4111472"/>
            <a:ext cx="819264" cy="97168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0E227C9-8DB1-663E-0662-882A689FE78E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</a:blip>
          <a:stretch>
            <a:fillRect/>
          </a:stretch>
        </p:blipFill>
        <p:spPr>
          <a:xfrm>
            <a:off x="5467887" y="1184564"/>
            <a:ext cx="6469986" cy="544483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969184440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EA7D83-6AD0-8DE3-ED2B-E7C0B7290E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500D8166-6169-131C-7087-E51B2CE93D72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237ADD39-83A3-0A7C-8AD1-707C4DEEB8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4035BFB-843A-3C31-7C3D-A789CB05CC08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070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9F6477B-F57E-BDBD-000B-FFF42B480223}"/>
              </a:ext>
            </a:extLst>
          </p:cNvPr>
          <p:cNvSpPr txBox="1"/>
          <p:nvPr/>
        </p:nvSpPr>
        <p:spPr>
          <a:xfrm>
            <a:off x="81439" y="2353369"/>
            <a:ext cx="6410368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CH18 Reporting</a:t>
            </a:r>
          </a:p>
          <a:p>
            <a:r>
              <a:rPr lang="en-US" sz="4400" b="1" dirty="0">
                <a:solidFill>
                  <a:schemeClr val="bg1"/>
                </a:solidFill>
              </a:rPr>
              <a:t>18.02 Jasper Report</a:t>
            </a:r>
            <a:endParaRPr lang="en-US" sz="16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EFBF663-4987-52DE-473B-143BE542E2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F221E3C-D30A-D48E-C3F4-0F1103685F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07094" y="4134295"/>
            <a:ext cx="2255353" cy="121691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0B943E6-C3A7-9601-C200-43C605E6F4B0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</a:blip>
          <a:stretch>
            <a:fillRect/>
          </a:stretch>
        </p:blipFill>
        <p:spPr>
          <a:xfrm>
            <a:off x="5544651" y="1382090"/>
            <a:ext cx="6412680" cy="514343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24796175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DAECEC-C54B-7EC8-3756-E938AC4593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1182571E-4C45-9823-4D9D-EEF9A65A27AD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3BCA12E1-E045-6550-7723-77778C8CE5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FF6D064-5F3B-8DC6-CA00-818B116A3946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071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44F2988-B4AE-3A85-E0C8-EE28C019914A}"/>
              </a:ext>
            </a:extLst>
          </p:cNvPr>
          <p:cNvSpPr txBox="1"/>
          <p:nvPr/>
        </p:nvSpPr>
        <p:spPr>
          <a:xfrm>
            <a:off x="81439" y="2353369"/>
            <a:ext cx="5573259" cy="38779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CH19 Templates</a:t>
            </a:r>
          </a:p>
          <a:p>
            <a:r>
              <a:rPr lang="en-US" sz="3200" b="1" dirty="0">
                <a:solidFill>
                  <a:schemeClr val="bg1"/>
                </a:solidFill>
              </a:rPr>
              <a:t>19.01 Creating a New Template</a:t>
            </a:r>
          </a:p>
          <a:p>
            <a:r>
              <a:rPr lang="en-US" sz="3200" b="1" dirty="0">
                <a:solidFill>
                  <a:schemeClr val="bg1"/>
                </a:solidFill>
              </a:rPr>
              <a:t>19.02 Creating a New Model from a Template</a:t>
            </a:r>
          </a:p>
          <a:p>
            <a:r>
              <a:rPr lang="en-US" sz="3200" b="1" dirty="0">
                <a:solidFill>
                  <a:schemeClr val="bg1"/>
                </a:solidFill>
              </a:rPr>
              <a:t>19.03 Managing your Templates</a:t>
            </a:r>
            <a:endParaRPr lang="en-US" sz="105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633B099-6328-334C-23CE-F2694214FB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C7EEC54-C89E-5F8C-8631-08E163AE399F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746889" y="1330035"/>
            <a:ext cx="6276556" cy="526819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910693955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652D3B-8D24-306C-8C1B-58B7334C6E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E8B3490C-0771-3C24-B868-90610B593AB2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09D10AAB-05EA-FF4D-884E-6140DA10BE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356592A-8E60-6681-E35A-C6B94712F1E7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072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A8216DE-C8F4-A652-2DDF-A1F7F242B6CF}"/>
              </a:ext>
            </a:extLst>
          </p:cNvPr>
          <p:cNvSpPr txBox="1"/>
          <p:nvPr/>
        </p:nvSpPr>
        <p:spPr>
          <a:xfrm>
            <a:off x="81439" y="2353369"/>
            <a:ext cx="5573259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CH20 Relationships in ArchiMate</a:t>
            </a:r>
            <a:endParaRPr lang="en-US" sz="105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D5E845B-9F3A-2BE8-E4E8-75CF244B10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486305F-40E2-BD2F-2EDF-1F042F9A1300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746889" y="1402773"/>
            <a:ext cx="6029251" cy="510282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9FAE978-DDC0-609D-7732-55DE9C33267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01224" y="4938692"/>
            <a:ext cx="1886931" cy="134780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860991572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F5A759-3464-D833-3BE2-6622693019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5B797436-27CE-AA72-E453-344935E443E0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955DDDCC-E993-2FE9-F025-0373608E82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FB8499-9652-4212-8C54-502E912AA4C4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073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DB90E8A-E6B9-BCE6-5391-222FBAFDD419}"/>
              </a:ext>
            </a:extLst>
          </p:cNvPr>
          <p:cNvSpPr txBox="1"/>
          <p:nvPr/>
        </p:nvSpPr>
        <p:spPr>
          <a:xfrm>
            <a:off x="81439" y="2353369"/>
            <a:ext cx="557325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CH21 The Sketch View</a:t>
            </a:r>
            <a:endParaRPr lang="en-US" sz="105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6D1829D-EAB1-F4CE-F40A-027172C78F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72927AE-B652-4BB2-2603-30F83525530B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163285" y="1298863"/>
            <a:ext cx="6697643" cy="532118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8398EB7-B21E-B48C-6C2F-662E7541A98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8001" y="4102583"/>
            <a:ext cx="3788722" cy="251746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4251725468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B128FC-4722-FD23-F2B5-7FAE9C4E69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1B806C1B-663B-FE0D-3BD4-BB6258E3AE15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3CB7C69C-3911-DBAF-ED81-0D17A0C5B6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25C3CF-1C55-B3A8-03AE-4AFED376A479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074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396A65E-7A6E-6645-9AC8-9C91E3B41BE9}"/>
              </a:ext>
            </a:extLst>
          </p:cNvPr>
          <p:cNvSpPr txBox="1"/>
          <p:nvPr/>
        </p:nvSpPr>
        <p:spPr>
          <a:xfrm>
            <a:off x="81439" y="2353369"/>
            <a:ext cx="5654343" cy="2369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CH22 Canvas Modeling Toolkit</a:t>
            </a:r>
          </a:p>
          <a:p>
            <a:r>
              <a:rPr lang="en-US" sz="4000" b="1" dirty="0">
                <a:solidFill>
                  <a:schemeClr val="bg1"/>
                </a:solidFill>
              </a:rPr>
              <a:t>22.01 Getting Started</a:t>
            </a:r>
            <a:endParaRPr lang="en-US" sz="8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DD1F3A1-D73A-5090-AB4E-E31F5D7500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A8BE54B-43C0-F88D-EF7C-757F099CA227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735782" y="1801877"/>
            <a:ext cx="6252061" cy="461163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8613586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2E0289-7376-07B4-CF0A-D3441981BC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0CB0DE3B-4071-BD88-C0DD-1C20F2AC8253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0BED52D9-3D50-7220-D7B6-C827492B03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766E835-D35F-8866-6CFE-B39DE96103C2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075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3773185-EBB4-1566-012A-2DEBC64BB53F}"/>
              </a:ext>
            </a:extLst>
          </p:cNvPr>
          <p:cNvSpPr txBox="1"/>
          <p:nvPr/>
        </p:nvSpPr>
        <p:spPr>
          <a:xfrm>
            <a:off x="81439" y="2353369"/>
            <a:ext cx="5654343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CH22 Canvas Modeling Toolkit</a:t>
            </a:r>
          </a:p>
          <a:p>
            <a:r>
              <a:rPr lang="en-US" sz="4400" b="1" dirty="0">
                <a:solidFill>
                  <a:schemeClr val="bg1"/>
                </a:solidFill>
              </a:rPr>
              <a:t>22.02 Getting into the Details</a:t>
            </a:r>
            <a:endParaRPr lang="en-US" sz="9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B3CEE7C-791B-4298-7CA2-A37FD3794E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487CE4B-053D-B7A2-92A7-730C678B270A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680679" y="1100284"/>
            <a:ext cx="6405064" cy="543111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207001133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CAA51E-8680-FF6B-5D62-D30CC12096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4994F456-19BC-BBCF-778F-C5BDDD2D09BE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C649E7EB-6ED2-262C-195B-6A96522FC6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9C44C0A-1097-2F85-BD1C-C7B3C29DD0AD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076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731549F-0819-A076-393D-55DC3AD827BD}"/>
              </a:ext>
            </a:extLst>
          </p:cNvPr>
          <p:cNvSpPr txBox="1"/>
          <p:nvPr/>
        </p:nvSpPr>
        <p:spPr>
          <a:xfrm>
            <a:off x="81439" y="2353369"/>
            <a:ext cx="5654343" cy="24314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CH22 Canvas Modeling Toolkit</a:t>
            </a:r>
          </a:p>
          <a:p>
            <a:r>
              <a:rPr lang="en-US" sz="4400" b="1" dirty="0">
                <a:solidFill>
                  <a:schemeClr val="bg1"/>
                </a:solidFill>
              </a:rPr>
              <a:t>22.03 Canvas Block</a:t>
            </a:r>
            <a:endParaRPr lang="en-US" sz="9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4A93770-7A75-ADDA-26BC-563A3E542BA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D372352-BD5F-C82A-D63E-FE071EA452B7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735782" y="1001609"/>
            <a:ext cx="5654343" cy="563177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565777446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3514CE-0CDC-9FCE-873A-07F22B14D7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8969FCC9-984D-2041-90C6-F05187AA7353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ECEA397E-2EFE-5777-0C7A-1CDA473A8D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D73E63-917D-2AAC-315E-F5900DFAFD73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077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AADC1F-E62D-F71E-A7ED-F59D5B96E8B6}"/>
              </a:ext>
            </a:extLst>
          </p:cNvPr>
          <p:cNvSpPr txBox="1"/>
          <p:nvPr/>
        </p:nvSpPr>
        <p:spPr>
          <a:xfrm>
            <a:off x="81439" y="2353369"/>
            <a:ext cx="5654343" cy="24314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CH22 Canvas Modeling Toolkit</a:t>
            </a:r>
          </a:p>
          <a:p>
            <a:r>
              <a:rPr lang="en-US" sz="4400" b="1" dirty="0">
                <a:solidFill>
                  <a:schemeClr val="bg1"/>
                </a:solidFill>
              </a:rPr>
              <a:t>22.03 Canvas Block</a:t>
            </a:r>
            <a:endParaRPr lang="en-US" sz="9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689B769-E93B-8A47-56B5-5ECC1958B3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40612653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6">
      <a:dk1>
        <a:srgbClr val="000000"/>
      </a:dk1>
      <a:lt1>
        <a:srgbClr val="FFFFFF"/>
      </a:lt1>
      <a:dk2>
        <a:srgbClr val="574512"/>
      </a:dk2>
      <a:lt2>
        <a:srgbClr val="6C3C0D"/>
      </a:lt2>
      <a:accent1>
        <a:srgbClr val="DDDDDD"/>
      </a:accent1>
      <a:accent2>
        <a:srgbClr val="616A78"/>
      </a:accent2>
      <a:accent3>
        <a:srgbClr val="B18A2C"/>
      </a:accent3>
      <a:accent4>
        <a:srgbClr val="D87C1B"/>
      </a:accent4>
      <a:accent5>
        <a:srgbClr val="2E515E"/>
      </a:accent5>
      <a:accent6>
        <a:srgbClr val="1D7CB8"/>
      </a:accent6>
      <a:hlink>
        <a:srgbClr val="FFFFFF"/>
      </a:hlink>
      <a:folHlink>
        <a:srgbClr val="FFFFFF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ssertion-Evidence-Template_Win32_CP_v19.potx" id="{F7F7AC7C-B7AB-44FD-AC83-76356AEA967F}" vid="{C271DA4D-3F28-4C4F-A66E-BDB8F32B9A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Assertion evidence presentation</Template>
  <TotalTime>13712</TotalTime>
  <Words>1658</Words>
  <Application>Microsoft Office PowerPoint</Application>
  <PresentationFormat>Widescreen</PresentationFormat>
  <Paragraphs>423</Paragraphs>
  <Slides>77</Slides>
  <Notes>77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77</vt:i4>
      </vt:variant>
    </vt:vector>
  </HeadingPairs>
  <TitlesOfParts>
    <vt:vector size="81" baseType="lpstr">
      <vt:lpstr>Amasis MT Pro Black</vt:lpstr>
      <vt:lpstr>Arial</vt:lpstr>
      <vt:lpstr>Calibri</vt:lpstr>
      <vt:lpstr>Office Theme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Xiaoqi Zhao</dc:creator>
  <cp:lastModifiedBy>Xiaoqi Zhao</cp:lastModifiedBy>
  <cp:revision>111</cp:revision>
  <dcterms:created xsi:type="dcterms:W3CDTF">2025-08-31T14:43:51Z</dcterms:created>
  <dcterms:modified xsi:type="dcterms:W3CDTF">2025-09-18T12:06:45Z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9540963-e559-4020-8a90-fe8a502c2801_Enabled">
    <vt:lpwstr>true</vt:lpwstr>
  </property>
  <property fmtid="{D5CDD505-2E9C-101B-9397-08002B2CF9AE}" pid="3" name="MSIP_Label_19540963-e559-4020-8a90-fe8a502c2801_SetDate">
    <vt:lpwstr>2025-08-31T14:48:40Z</vt:lpwstr>
  </property>
  <property fmtid="{D5CDD505-2E9C-101B-9397-08002B2CF9AE}" pid="4" name="MSIP_Label_19540963-e559-4020-8a90-fe8a502c2801_Method">
    <vt:lpwstr>Standard</vt:lpwstr>
  </property>
  <property fmtid="{D5CDD505-2E9C-101B-9397-08002B2CF9AE}" pid="5" name="MSIP_Label_19540963-e559-4020-8a90-fe8a502c2801_Name">
    <vt:lpwstr>19540963-e559-4020-8a90-fe8a502c2801</vt:lpwstr>
  </property>
  <property fmtid="{D5CDD505-2E9C-101B-9397-08002B2CF9AE}" pid="6" name="MSIP_Label_19540963-e559-4020-8a90-fe8a502c2801_SiteId">
    <vt:lpwstr>f25493ae-1c98-41d7-8a33-0be75f5fe603</vt:lpwstr>
  </property>
  <property fmtid="{D5CDD505-2E9C-101B-9397-08002B2CF9AE}" pid="7" name="MSIP_Label_19540963-e559-4020-8a90-fe8a502c2801_ActionId">
    <vt:lpwstr>064f3ebd-b758-42ab-8f06-ac710ffe1055</vt:lpwstr>
  </property>
  <property fmtid="{D5CDD505-2E9C-101B-9397-08002B2CF9AE}" pid="8" name="MSIP_Label_19540963-e559-4020-8a90-fe8a502c2801_ContentBits">
    <vt:lpwstr>0</vt:lpwstr>
  </property>
  <property fmtid="{D5CDD505-2E9C-101B-9397-08002B2CF9AE}" pid="9" name="MSIP_Label_19540963-e559-4020-8a90-fe8a502c2801_Tag">
    <vt:lpwstr>10, 3, 0, 1</vt:lpwstr>
  </property>
</Properties>
</file>