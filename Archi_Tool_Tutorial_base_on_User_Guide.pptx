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2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  <p:sldId id="423" r:id="rId49"/>
    <p:sldId id="422" r:id="rId50"/>
    <p:sldId id="424" r:id="rId51"/>
    <p:sldId id="425" r:id="rId52"/>
    <p:sldId id="426" r:id="rId53"/>
    <p:sldId id="427" r:id="rId54"/>
    <p:sldId id="428" r:id="rId55"/>
    <p:sldId id="429" r:id="rId56"/>
    <p:sldId id="430" r:id="rId57"/>
    <p:sldId id="431" r:id="rId58"/>
    <p:sldId id="432" r:id="rId59"/>
    <p:sldId id="433" r:id="rId60"/>
    <p:sldId id="434" r:id="rId61"/>
    <p:sldId id="435" r:id="rId62"/>
    <p:sldId id="436" r:id="rId63"/>
    <p:sldId id="438" r:id="rId64"/>
    <p:sldId id="437" r:id="rId65"/>
    <p:sldId id="439" r:id="rId66"/>
    <p:sldId id="440" r:id="rId67"/>
    <p:sldId id="441" r:id="rId68"/>
    <p:sldId id="442" r:id="rId69"/>
    <p:sldId id="443" r:id="rId70"/>
    <p:sldId id="444" r:id="rId71"/>
    <p:sldId id="445" r:id="rId72"/>
    <p:sldId id="446" r:id="rId73"/>
    <p:sldId id="447" r:id="rId74"/>
    <p:sldId id="448" r:id="rId75"/>
    <p:sldId id="449" r:id="rId76"/>
    <p:sldId id="450" r:id="rId77"/>
    <p:sldId id="451" r:id="rId78"/>
    <p:sldId id="452" r:id="rId79"/>
    <p:sldId id="453" r:id="rId80"/>
    <p:sldId id="454" r:id="rId81"/>
    <p:sldId id="455" r:id="rId82"/>
    <p:sldId id="456" r:id="rId83"/>
    <p:sldId id="457" r:id="rId84"/>
    <p:sldId id="459" r:id="rId85"/>
    <p:sldId id="460" r:id="rId86"/>
    <p:sldId id="461" r:id="rId87"/>
    <p:sldId id="462" r:id="rId88"/>
    <p:sldId id="463" r:id="rId89"/>
    <p:sldId id="464" r:id="rId90"/>
    <p:sldId id="465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</p14:sldIdLst>
        </p14:section>
        <p14:section name="23 Preferences" id="{D624E332-DFD4-43F1-8FDF-C8378AE4C3B6}">
          <p14:sldIdLst>
            <p14:sldId id="457"/>
            <p14:sldId id="459"/>
            <p14:sldId id="460"/>
            <p14:sldId id="461"/>
            <p14:sldId id="462"/>
          </p14:sldIdLst>
        </p14:section>
        <p14:section name="24 Managing Plug-ins" id="{71750D48-FE73-4DE5-B9A2-99FB1850B186}">
          <p14:sldIdLst>
            <p14:sldId id="463"/>
          </p14:sldIdLst>
        </p14:section>
        <p14:section name="25 Beyond the User Guide" id="{95E9124B-1148-45A6-899A-614928FDCC62}">
          <p14:sldIdLst>
            <p14:sldId id="464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110" d="100"/>
          <a:sy n="110" d="100"/>
        </p:scale>
        <p:origin x="438" y="279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8/10/relationships/authors" Target="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262-D85D-58B1-D29F-116E41F3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DC422-725E-BAFC-84E6-823B984C0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5C73-4B7D-C54D-B741-3BC515287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EF44B-280D-2DB3-8D7B-AE3F17E05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59563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B0A5-AA6E-E928-FE15-BD15220B4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6B2AD-4FB6-31F8-7B58-E291149D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12A77-1818-8150-B48E-80C30385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F4F45-7EA7-59B2-8B21-3870348AD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915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FA29-9AEF-083B-B680-48B3E614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72522-8856-6B17-1EA5-4649BD02D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2CAC2-40E2-29FC-370B-8990C604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1AB6-BE86-A748-387F-9BBDA123B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9598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4E6D-E4F4-BE63-AF86-90D2F10B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C9F050-3B2D-1FB8-9028-160F9AD39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54661-0AE1-BD4B-661F-FC2B1ABC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5BEDC-3D29-72E1-8359-8ECDBB60F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0135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FCB2-EA73-8E99-0B6C-A12C33B7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8A977-B349-4944-074E-078772489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26C30-C375-D9A9-4613-FD734E2CC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79CF8-6C1E-02BF-AF8E-611B7B1AB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31114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F909-FF96-4E61-942B-54E53346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808BB-097F-7FFA-88BF-2227445D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467FB-66B6-CC6A-B9EB-601903778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CA6BA-5429-567D-95A8-13B1222B9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7108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9F23-8911-553A-3C5E-BC5EBAFA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A0528-C13A-08E6-190E-F91BC033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D9B09-A6C9-9A13-6D42-A7A1F278A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89DBE-7AEB-D10C-5FCC-D58A3D3BF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87410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4B6E4-881F-53D2-8243-C200B7B6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4B0B0-6BFE-D6D5-5A86-220D0DD13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03DEF-D08A-FFF5-3E55-935D8714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8CE65-B386-28B8-DBA0-CB714AB3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8595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40A6-107C-9DF8-E5D7-21AF8C1E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A8910-2378-52BA-7002-7EB7CED60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B3AFB-B2B2-73E3-4708-7491DDD7F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E4E35-5ED1-64EC-469F-C491F7E2B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53178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C66BB-8CC2-5741-9860-B8150B0C9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7FFF6-4101-3C1B-A658-90DBB34A9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95595-7370-E14A-E474-2F7ADDBF4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CA73C-A68C-7038-90AC-FF613FBB7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84983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55B1-605F-5730-C4CC-3F62B7DF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CD692-DA9E-6CA5-F874-B78910D86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679B5-A701-8336-6AA7-055836E45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BC483-23CB-2A5E-A1C1-7430E4796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95474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676B-F97A-08AB-F48B-91379707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301A0-26AD-CC5F-8AB6-173CE8446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1810-5723-7B80-2FCD-5E60523EC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0867F-C139-12ED-0999-FC57676AE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54756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2D719-DD79-0C2D-DBEF-37FB368A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4931C-5985-F56C-EC2A-7818B9350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09F3-4DA5-9E7B-EACC-BCE981FD53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87965-A916-B760-6707-62E4D2D18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832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8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8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confinder.com/" TargetMode="External"/><Relationship Id="rId5" Type="http://schemas.openxmlformats.org/officeDocument/2006/relationships/image" Target="../media/image119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0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7.png"/><Relationship Id="rId4" Type="http://schemas.openxmlformats.org/officeDocument/2006/relationships/image" Target="../media/image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8.png"/><Relationship Id="rId4" Type="http://schemas.openxmlformats.org/officeDocument/2006/relationships/image" Target="../media/image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9.png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0.png"/><Relationship Id="rId4" Type="http://schemas.openxmlformats.org/officeDocument/2006/relationships/image" Target="../media/image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1.png"/><Relationship Id="rId4" Type="http://schemas.openxmlformats.org/officeDocument/2006/relationships/image" Target="../media/image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2.png"/><Relationship Id="rId4" Type="http://schemas.openxmlformats.org/officeDocument/2006/relationships/image" Target="../media/image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3.png"/><Relationship Id="rId4" Type="http://schemas.openxmlformats.org/officeDocument/2006/relationships/image" Target="../media/image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4.png"/><Relationship Id="rId4" Type="http://schemas.openxmlformats.org/officeDocument/2006/relationships/image" Target="../media/image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5.png"/><Relationship Id="rId4" Type="http://schemas.openxmlformats.org/officeDocument/2006/relationships/image" Target="../media/image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9E7A1AB-F5AE-B353-E9A8-52970F98B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08E0-446A-4FC9-39EC-F791B259F2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564A85B-58C7-D9A6-EE8F-755E48E4C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2BEDDD-0857-4CD9-3827-4439DBDF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D2AA72-5B1C-23FC-3019-22D6D24F6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39C21A-4F6D-E5BE-917D-4635CBF7B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93D68-80BE-9ED9-BFCD-33415F0BB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3B7703-E719-0399-4B47-F9978A183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483CA2-6AF9-44A6-94F2-D7A9FCA5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EACEBA-B4E5-8A75-6007-67E208461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DBB3952-2818-FC3E-8F7C-A2B74277C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EEDEBC-6D08-EA0B-447E-1969CA040B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3FADA6-2929-F475-0A57-0AC10CC3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87FB96-1CD4-06E7-CE03-5688C7591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CD3EE3-ED9B-5E3E-AAC6-12EBD2878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F895B-8E10-0737-2909-C9CFE13F9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64F98B-7C4A-2FD9-0857-2ED0A3BB2D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842599-2B1C-3608-DFAF-A79A95833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A13103-9923-4B06-4D01-1E6780156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D5C208-7EBD-8416-B3BF-4E1A40EA0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A71C21-D21A-98A6-2F33-054BDECF7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81051C-818D-6907-FBB6-AE0A91BCC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1545284-0D04-EF80-EF51-D4735FAA9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D28C64B-2964-A0CC-062A-5EC0AB54E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D8D355-DD33-2493-88E4-585ECAB9A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469472-0B2E-B3CA-B1B3-08905A755C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05FE82-58A6-D270-A0C5-EB4C7BBCB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A64C-1BAD-5581-75A4-8B1505981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F9B0BF6-3B2F-1E4F-B93F-8E91406E4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4B6460-EC27-8056-3862-68F1E2C2B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347372-0A7F-533E-2276-CCD56C8C8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13984D-D97A-D274-07EE-4B7B9ACFD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51B31D-6615-9352-6966-181482382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C2C3BC4-57C5-711B-13A4-DBAD3262D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774D73-5830-0F76-8334-F0C490FF1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DA180E4-F53E-791E-EF13-C43D7B7F9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64096-9384-9C95-2B4A-3224EFD9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2EE0F5-F8FC-1F63-502D-664C8E286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228868-F59F-08E5-998F-27E459B1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32C466-0A2D-454D-E20E-2FA72DC12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5D994D-663F-182C-C51C-E467BAD18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9B8089-C371-7A6D-8C2F-2F29606B0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DBD3-F908-B8C2-8EF8-DC7562D8C6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41FE856-0E71-25F4-0CA5-CC9317DE9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B8C8271-7C12-1D57-7554-287AB7864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18A37E-F15D-03E5-3229-320D6EEF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EBC7DB-D0DC-0B7A-16E1-B172A2935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0A3642-6B28-B11B-A4EE-110F41030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F59226-1151-0344-6516-4585B5B68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416848-3619-6FB1-EAF9-A1A4E2576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E4C1A9-C8A0-38BA-F8FD-02BB8AD4A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71FD07-522F-EBFA-4924-09330A946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8C94BC-B2F5-DEC5-F017-1A33366B4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171" y="12439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1096F6-49AB-FB83-7D8A-9A713D2D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A588C-4AE2-9FE9-4A79-82ABAA7A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85E247-1025-1072-2390-7EA49CBC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7E44F2-0296-FDC7-0827-40B977476B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2FE101-991E-C1E7-1065-59C34E59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FC45D-5935-9F15-96A2-693FD9856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A0813B-376A-FE69-73F5-DEC788080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1679D-6031-1779-572A-E9F7355EF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A7D025-677D-5D2C-AF13-82508190A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96537-B004-3A65-5F74-864830EBB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3D766D-A2E3-A2F7-6856-DDCFA71DD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5ED0D-E27D-C950-853E-723446B946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5032F3-6232-07BC-FB1A-F56B6DD5B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1C8876-0A6D-6EA1-C57F-E0E100E66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ADD4C3-30E1-D788-AFCA-3FEC8A659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BF663-4987-52DE-473B-143BE542E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3B099-6328-334C-23CE-F269421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5E845B-9F3A-2BE8-E4E8-75CF244B1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1829D-EAB1-F4CE-F40A-027172C78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D1F3A1-D73A-5090-AB4E-E31F5D750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3CEE7C-791B-4298-7CA2-A37FD3794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6"/>
              </a:rPr>
              <a:t>https://www.iconfinder.com/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A93770-7A75-ADDA-26BC-563A3E542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22.04 Canvas Sticky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89B769-E93B-8A47-56B5-5ECC1958B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CD2D54-22CD-E38D-B01D-AFFA1216C73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44776" y="1091550"/>
            <a:ext cx="6407675" cy="54565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EAC97-B1D2-0A79-C7B0-3A78B72687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1350" y="4784804"/>
            <a:ext cx="2214520" cy="1651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9EEC-9550-DE3F-E63B-288EA942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EAE95FC-1274-04A0-3FA2-2ACD0648A89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D1A80C4-50F3-4814-03DD-81148C78C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1AFF1-9166-6FAB-BBD7-D6D77A6D5F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1B1EC-D72C-2B2D-82A6-306B8263445B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22.05 Canvas Image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FBB64-6DD9-8213-529A-DF4C3A842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B32A08-2E90-1738-4683-0D7CAADE03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217953"/>
            <a:ext cx="6306945" cy="5347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image, photo, picture, gallery ">
            <a:extLst>
              <a:ext uri="{FF2B5EF4-FFF2-40B4-BE49-F238E27FC236}">
                <a16:creationId xmlns:a16="http://schemas.microsoft.com/office/drawing/2014/main" id="{7D4D1EAF-096C-6661-AE69-BFF8631B6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181" y="4904553"/>
            <a:ext cx="1142738" cy="11427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076959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ECDBE-EF3F-A3F8-A8D4-BE007593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38A70EE-9916-0852-BBD7-590799BB15E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CAC5152-9C63-CB89-9BDD-0A802347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3B7953-67B0-3991-EDB1-F99C94915EF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48E00-295B-8BCE-EB01-2B5315ABFCAB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22.06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Canvas </a:t>
            </a:r>
            <a:r>
              <a:rPr lang="en-US" altLang="zh-CN" sz="4400" b="1" dirty="0">
                <a:solidFill>
                  <a:schemeClr val="bg1"/>
                </a:solidFill>
              </a:rPr>
              <a:t>Connection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EF31437-27F7-B711-BE5C-3CF776EF2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0BB2D2-89F9-10D6-071E-0BB844C9A1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19358" y="1091550"/>
            <a:ext cx="6466385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AE3FE9-0FD8-7A62-B279-1CED36E3A5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6123" y="5623865"/>
            <a:ext cx="2428328" cy="693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349976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FD14-49C6-1AC1-C6EC-0B30BD8D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C9E35A-1690-8691-ECB8-8358A1F8C93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F4F8190-486D-7107-53EE-3AFFB5663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5F602-1A3D-6D35-1A77-046D4E52901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1D7D-DCE8-52F5-32CB-1EA9F540AFDC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278A04-E2F1-B56D-A49E-C3982DDC6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2ED02B1-6A13-D1D0-2C80-5EFE9A8379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63046" y="1091550"/>
            <a:ext cx="6422698" cy="55482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66627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E4A49-0C2C-6D3C-1E29-6BBA12A6B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91C7F1-33A2-2375-634B-F10EAB231FB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A51EB24-310D-511F-19CB-B2C8C5E8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A87F2-855A-4F7E-1127-282100087E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3F0D0E-43EE-4DD1-F590-B984CDA06DCD}"/>
              </a:ext>
            </a:extLst>
          </p:cNvPr>
          <p:cNvSpPr txBox="1"/>
          <p:nvPr/>
        </p:nvSpPr>
        <p:spPr>
          <a:xfrm>
            <a:off x="81439" y="2353369"/>
            <a:ext cx="56543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22.08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Saving a Canvas as a Template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2AA5-9A08-05C1-47CF-2CBADE126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0B5B01-141D-DBCE-E287-9E26C4E0B8E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74137" y="1091550"/>
            <a:ext cx="6199735" cy="5530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08060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72DF9-F260-D87A-86D5-D67B27096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8472FBA-E082-033B-225D-BBCD4F1D652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385FB9D-50C4-5A09-546D-F21E45217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0024B5-778C-6395-02E3-F1FBCE8287E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89845-9AFD-14E1-DE3B-C7CF634EC777}"/>
              </a:ext>
            </a:extLst>
          </p:cNvPr>
          <p:cNvSpPr txBox="1"/>
          <p:nvPr/>
        </p:nvSpPr>
        <p:spPr>
          <a:xfrm>
            <a:off x="81439" y="2353369"/>
            <a:ext cx="56543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22.09 Creating a New Canvas from a Template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22.10 Managing your Canvas Templates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08173F-5B7B-619E-697A-B25496A11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860F83-D97D-F29B-D8FA-52CF5F3503D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9991" y="1236272"/>
            <a:ext cx="5923862" cy="5203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5782128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2381-9599-1B1D-172A-FB6E1F90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66764C-2FCB-7A17-40D8-C7013F12F7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1CFC29F-823A-9AA2-5DE6-264F26141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005F9-B835-2591-1517-D56DE4E4302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E6756-609E-460B-52D3-9FB0A5664038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792FEB8-F2E7-D151-9FD7-2FFF0CF5E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D323FD8-6B39-D14B-188E-FD8BFFF3186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27022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FF5C-756D-9B1A-32D3-4C767C24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367ACF-876A-403F-E3D1-02B9D4A987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096E06-DF3E-5F82-F4B5-430B4718B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AF2E2-56C3-7351-2436-9DE9A43C99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0F4D4-DF3F-57E3-9AF7-F988D0380788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23.03 Connections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E8CD7A-219D-557B-386B-4BF4E487A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5A25F8-DD8B-FD3F-D177-1AD39383BB0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96487" y="1091550"/>
            <a:ext cx="6714074" cy="55066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43326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26554-4945-3FAC-A88D-2E4CCB3F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ADD43AB-E685-17EB-BBF1-9A653AC00B0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93B4131-2785-6733-FE9E-A4240AAE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97951-4FDF-E81F-90F3-60753D1AB9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B7063-A5B2-AC05-A030-EE2E407E5BBD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23.04 Diagram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99F870-45F6-C37F-C421-C2C6D2D421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BFF43E-9A6C-39DC-2F56-D288A83271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27784" y="1091550"/>
            <a:ext cx="6669731" cy="55170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742113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6EBA3-96DC-6AE6-74CD-9B160194A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A224E6-A6D7-E190-83AF-13A63C8434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79C9EAF-9590-246F-EEBD-BDCFBEBF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E4C46-8248-0E7C-EA7C-A59C69395B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79A-1A34-7C13-032A-92FF496F749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23.05 General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AD3EDF-D010-FE4F-32DD-71773CCF0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EE19D5-4BD9-7637-BFBE-9AA079764F2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085292"/>
            <a:ext cx="6705280" cy="54609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773995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6E1F9-28FF-518D-93C5-524E999AD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F9C87EA3-0AC4-CD4E-E03A-F2272340804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015285-9CD9-DC74-7B44-40BF606C4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F3C2F-CCB4-65E6-2330-95638DD54F2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74477-CF61-C27F-BCDC-924AB27FCDB1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23.06 Jasper Reports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23.07 System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23.08 Validator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842681-98D5-9899-4446-8634CCD5B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490EB7-8606-E061-4788-AB62D2F3D3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82491" y="1091550"/>
            <a:ext cx="6634080" cy="55898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21882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95AD-8B8C-B13F-CEC3-774942BE4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0977E3D-3006-DD8D-56BF-32875CB0E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1B6D024-C1F6-58C7-4BD5-972DDD9B6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96340-B6EC-1AA5-FA52-4EBEA8C0261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4A8CA-70F6-5091-8955-098875DEA7DF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CH24 Managing Plug-ins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24.01 Plug-ins Manager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24.02 Manual Install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2BA472-17E7-06C6-5E8F-48DF3853E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182389-7F20-91F4-A4D8-D212CB8FA27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51648" y="1091550"/>
            <a:ext cx="6653316" cy="54282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448260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4B4A-F2CB-A96F-AEA6-94F3FE0B0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E423B0-183E-D22B-94BC-078CAB4B8B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CAADB-97F2-DA41-3C5D-FBB6B3FAA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E370D-AA8F-050E-E603-A7968339511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6B97C-EC78-4BE2-0DF5-EB1D5BB0FA53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CH25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Beyond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the User Guide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87FCBD-E741-7E47-D7AD-B5D51654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9A9A92-D544-0CF9-84B8-932E171E55A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842039" y="1091549"/>
            <a:ext cx="6243704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848A13-9AD8-EA0A-1E60-9304A88A06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0562" y="4834592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297926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E8B3C-FE99-971B-86B1-BC94CD67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A6E77D7-BF00-D14C-2824-CECA30720F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C26775-BD00-CAE4-FE88-C2646745F7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058" y="2321075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DABAB7EA-DC39-A22D-7C0D-38FDF9E499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630" y="-54741"/>
            <a:ext cx="6880807" cy="68808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5159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17205</TotalTime>
  <Words>1896</Words>
  <Application>Microsoft Office PowerPoint</Application>
  <PresentationFormat>Widescreen</PresentationFormat>
  <Paragraphs>493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4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133</cp:revision>
  <dcterms:created xsi:type="dcterms:W3CDTF">2025-08-31T14:43:51Z</dcterms:created>
  <dcterms:modified xsi:type="dcterms:W3CDTF">2025-09-29T08:46:29Z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