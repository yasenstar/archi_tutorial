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8"/>
  </p:notesMasterIdLst>
  <p:handoutMasterIdLst>
    <p:handoutMasterId r:id="rId9"/>
  </p:handoutMasterIdLst>
  <p:sldIdLst>
    <p:sldId id="1497" r:id="rId5"/>
    <p:sldId id="1522" r:id="rId6"/>
    <p:sldId id="151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0" id="{EAF176B5-7337-43AD-A844-EF5B7234B53F}">
          <p14:sldIdLst>
            <p14:sldId id="1497"/>
          </p14:sldIdLst>
        </p14:section>
        <p14:section name="UseCase" id="{5B7E2C4D-C4FA-4C30-A651-EBCD81A17CA7}">
          <p14:sldIdLst>
            <p14:sldId id="1522"/>
          </p14:sldIdLst>
        </p14:section>
        <p14:section name="cover" id="{0FC9970D-441B-4529-A112-2EB09CC4E608}">
          <p14:sldIdLst>
            <p14:sldId id="151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0079" autoAdjust="0"/>
  </p:normalViewPr>
  <p:slideViewPr>
    <p:cSldViewPr snapToGrid="0">
      <p:cViewPr varScale="1">
        <p:scale>
          <a:sx n="105" d="100"/>
          <a:sy n="105" d="100"/>
        </p:scale>
        <p:origin x="639" y="2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64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350" y="3973286"/>
            <a:ext cx="8904515" cy="2699657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jArchi</a:t>
            </a:r>
            <a:br>
              <a:rPr lang="en-US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</a:br>
            <a:r>
              <a:rPr lang="en-US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- Archi Scripting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3975" y="1752600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68D18-116B-3E8C-2F6E-F9AF91A2DDC3}"/>
              </a:ext>
            </a:extLst>
          </p:cNvPr>
          <p:cNvSpPr txBox="1"/>
          <p:nvPr/>
        </p:nvSpPr>
        <p:spPr>
          <a:xfrm>
            <a:off x="0" y="0"/>
            <a:ext cx="1826142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DFC778-90AE-575F-F24B-6EB3E7344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B8687C-2433-B3CE-C1CB-04281E89D73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54073" y="4964668"/>
            <a:ext cx="24384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C5FC9-E050-D6DB-14EB-01753C35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846F0-094B-6941-FCE3-14EA5F230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171" y="0"/>
            <a:ext cx="8904515" cy="827314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jArchi - Archi Scripting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19358-DB1A-0201-8C1A-AED503AF6E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2460171" cy="656107"/>
          </a:xfrm>
        </p:spPr>
        <p:txBody>
          <a:bodyPr anchor="ctr">
            <a:normAutofit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DD333-92B4-4A35-D256-432A77FA0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FD9344-77AF-D08C-860F-0652D4BE4C22}"/>
              </a:ext>
            </a:extLst>
          </p:cNvPr>
          <p:cNvSpPr txBox="1"/>
          <p:nvPr/>
        </p:nvSpPr>
        <p:spPr>
          <a:xfrm>
            <a:off x="390492" y="1113140"/>
            <a:ext cx="4148851" cy="255454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r>
              <a:rPr lang="en-US" sz="3200" dirty="0">
                <a:solidFill>
                  <a:sysClr val="windowText" lastClr="000000"/>
                </a:solidFill>
              </a:rPr>
              <a:t>Add refreshed</a:t>
            </a:r>
          </a:p>
          <a:p>
            <a:r>
              <a:rPr lang="en-US" sz="3200" dirty="0">
                <a:solidFill>
                  <a:sysClr val="windowText" lastClr="000000"/>
                </a:solidFill>
              </a:rPr>
              <a:t>'Last Updated at’</a:t>
            </a:r>
          </a:p>
          <a:p>
            <a:r>
              <a:rPr lang="en-US" sz="3200" dirty="0">
                <a:solidFill>
                  <a:sysClr val="windowText" lastClr="000000"/>
                </a:solidFill>
              </a:rPr>
              <a:t>And</a:t>
            </a:r>
          </a:p>
          <a:p>
            <a:r>
              <a:rPr lang="en-US" sz="3200" dirty="0">
                <a:solidFill>
                  <a:sysClr val="windowText" lastClr="000000"/>
                </a:solidFill>
              </a:rPr>
              <a:t>'Last Updated by’</a:t>
            </a:r>
          </a:p>
          <a:p>
            <a:r>
              <a:rPr lang="en-US" sz="3200" dirty="0">
                <a:solidFill>
                  <a:sysClr val="windowText" lastClr="000000"/>
                </a:solidFill>
              </a:rPr>
              <a:t>in View label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155DEE-BE89-F106-1128-85FBDAF1E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146" y="917197"/>
            <a:ext cx="5645546" cy="57448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2BA721-42E3-5F70-D489-15F06C65F836}"/>
              </a:ext>
            </a:extLst>
          </p:cNvPr>
          <p:cNvSpPr txBox="1"/>
          <p:nvPr/>
        </p:nvSpPr>
        <p:spPr>
          <a:xfrm>
            <a:off x="1230085" y="6156503"/>
            <a:ext cx="6161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https://github.com/yasenstar/Archi_Scripts</a:t>
            </a:r>
          </a:p>
        </p:txBody>
      </p:sp>
    </p:spTree>
    <p:extLst>
      <p:ext uri="{BB962C8B-B14F-4D97-AF65-F5344CB8AC3E}">
        <p14:creationId xmlns:p14="http://schemas.microsoft.com/office/powerpoint/2010/main" val="393283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F9753-D0C5-BD55-4373-3BAFE403D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29" y="405920"/>
            <a:ext cx="10559142" cy="60461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C533C1-92A3-74A2-282B-5460C2252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139" y="771493"/>
            <a:ext cx="2383971" cy="23839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448334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9540963-e559-4020-8a90-fe8a502c2801}" enabled="1" method="Standard" siteId="{f25493ae-1c98-41d7-8a33-0be75f5fe6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Gradient aura keynote presentation</Template>
  <TotalTime>8854</TotalTime>
  <Words>40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Amasis MT Pro Black</vt:lpstr>
      <vt:lpstr>Aptos</vt:lpstr>
      <vt:lpstr>Arial</vt:lpstr>
      <vt:lpstr>Arial Black</vt:lpstr>
      <vt:lpstr>Lora</vt:lpstr>
      <vt:lpstr>Playfair Display Black</vt:lpstr>
      <vt:lpstr>Poppins Light</vt:lpstr>
      <vt:lpstr>Gradient Circle</vt:lpstr>
      <vt:lpstr>jArchi - Archi Scripting</vt:lpstr>
      <vt:lpstr>jArchi - Archi Scripting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30</cp:revision>
  <dcterms:created xsi:type="dcterms:W3CDTF">2026-03-01T02:15:44Z</dcterms:created>
  <dcterms:modified xsi:type="dcterms:W3CDTF">2026-03-15T13:33:17Z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19540963-e559-4020-8a90-fe8a502c2801_Enabled">
    <vt:lpwstr>true</vt:lpwstr>
  </property>
  <property fmtid="{D5CDD505-2E9C-101B-9397-08002B2CF9AE}" pid="5" name="MSIP_Label_19540963-e559-4020-8a90-fe8a502c2801_SetDate">
    <vt:lpwstr>2026-03-01T02:17:33Z</vt:lpwstr>
  </property>
  <property fmtid="{D5CDD505-2E9C-101B-9397-08002B2CF9AE}" pid="6" name="MSIP_Label_19540963-e559-4020-8a90-fe8a502c2801_Method">
    <vt:lpwstr>Standard</vt:lpwstr>
  </property>
  <property fmtid="{D5CDD505-2E9C-101B-9397-08002B2CF9AE}" pid="7" name="MSIP_Label_19540963-e559-4020-8a90-fe8a502c2801_Name">
    <vt:lpwstr>19540963-e559-4020-8a90-fe8a502c2801</vt:lpwstr>
  </property>
  <property fmtid="{D5CDD505-2E9C-101B-9397-08002B2CF9AE}" pid="8" name="MSIP_Label_19540963-e559-4020-8a90-fe8a502c2801_SiteId">
    <vt:lpwstr>f25493ae-1c98-41d7-8a33-0be75f5fe603</vt:lpwstr>
  </property>
  <property fmtid="{D5CDD505-2E9C-101B-9397-08002B2CF9AE}" pid="9" name="MSIP_Label_19540963-e559-4020-8a90-fe8a502c2801_ActionId">
    <vt:lpwstr>7044ac8d-7ddd-43a7-b0a4-31aa7a0b7453</vt:lpwstr>
  </property>
  <property fmtid="{D5CDD505-2E9C-101B-9397-08002B2CF9AE}" pid="10" name="MSIP_Label_19540963-e559-4020-8a90-fe8a502c2801_ContentBits">
    <vt:lpwstr>0</vt:lpwstr>
  </property>
  <property fmtid="{D5CDD505-2E9C-101B-9397-08002B2CF9AE}" pid="11" name="MSIP_Label_19540963-e559-4020-8a90-fe8a502c2801_Tag">
    <vt:lpwstr>10, 3, 0, 1</vt:lpwstr>
  </property>
</Properties>
</file>