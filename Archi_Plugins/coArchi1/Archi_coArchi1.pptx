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17"/>
  </p:notesMasterIdLst>
  <p:handoutMasterIdLst>
    <p:handoutMasterId r:id="rId18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49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</p14:sldIdLst>
        </p14:section>
        <p14:section name="cover" id="{0FC9970D-441B-4529-A112-2EB09CC4E608}">
          <p14:sldIdLst>
            <p14:sldId id="14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105" d="100"/>
          <a:sy n="105" d="100"/>
        </p:scale>
        <p:origin x="639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86231-A31D-794B-7563-5282EFEEA1BB}"/>
              </a:ext>
            </a:extLst>
          </p:cNvPr>
          <p:cNvSpPr txBox="1"/>
          <p:nvPr/>
        </p:nvSpPr>
        <p:spPr>
          <a:xfrm>
            <a:off x="5544" y="6488668"/>
            <a:ext cx="9748529" cy="36933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dirty="0"/>
              <a:t>https://github.com/yasenstar/Archi_Tutorial/tree/main/Archi_Plugins/coArchi1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613</TotalTime>
  <Words>205</Words>
  <Application>Microsoft Office PowerPoint</Application>
  <PresentationFormat>Widescreen</PresentationFormat>
  <Paragraphs>45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15</cp:revision>
  <dcterms:created xsi:type="dcterms:W3CDTF">2026-03-01T02:15:44Z</dcterms:created>
  <dcterms:modified xsi:type="dcterms:W3CDTF">2026-03-01T12:31:05Z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