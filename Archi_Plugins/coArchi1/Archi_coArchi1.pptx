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1"/>
  </p:notesMasterIdLst>
  <p:handoutMasterIdLst>
    <p:handoutMasterId r:id="rId22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1" r:id="rId17"/>
    <p:sldId id="1510" r:id="rId18"/>
    <p:sldId id="1512" r:id="rId19"/>
    <p:sldId id="149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1"/>
            <p14:sldId id="1510"/>
            <p14:sldId id="1512"/>
          </p14:sldIdLst>
        </p14:section>
        <p14:section name="cover" id="{0FC9970D-441B-4529-A112-2EB09CC4E608}">
          <p14:sldIdLst>
            <p14:sldId id="14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105" d="100"/>
          <a:sy n="105" d="100"/>
        </p:scale>
        <p:origin x="639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650EF-02CC-9FF3-4781-3CC6E235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2DC01-409F-64F2-01A0-6DCEF49FD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78538F-9EAA-E8D3-8C36-4781F0352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BDDB8-8A09-8EB0-53F6-E75567827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518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555E9-F700-2B2B-44F0-0EC8CA8C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4BF6B-4D94-A2DC-27D0-ABCDF144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9F56D2-9B10-E428-F469-5998407BA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5F6E0-41D3-C687-CE51-F0A60F1C1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781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86231-A31D-794B-7563-5282EFEEA1BB}"/>
              </a:ext>
            </a:extLst>
          </p:cNvPr>
          <p:cNvSpPr txBox="1"/>
          <p:nvPr/>
        </p:nvSpPr>
        <p:spPr>
          <a:xfrm>
            <a:off x="5544" y="6488668"/>
            <a:ext cx="9748529" cy="36933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dirty="0"/>
              <a:t>https://github.com/yasenstar/Archi_Tutorial/tree/main/Archi_Plugins/coArchi1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C906E5-A66D-64C2-D96C-F53C72614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9285" y="1477779"/>
            <a:ext cx="7050899" cy="50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619457" y="2068286"/>
            <a:ext cx="3291867" cy="326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0311-A41D-6E3F-F937-F078DA536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134F-08A0-0EA1-C527-5B59FF48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4.2.1.1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4BADEF-774A-266D-FE8B-7F553D58D0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8F4940-05F1-CEC0-6250-9DF726D4B45D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7DAADB-46BC-2366-B5FB-F9E8040DC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C07BA5-69E2-3EAD-D8E2-F38E1D5A9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912" y="1460069"/>
            <a:ext cx="8776947" cy="49632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29CB43-A8CB-A762-D91C-ABEB6C9EE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0752" y="4225102"/>
            <a:ext cx="3313269" cy="2162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1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978CB-46AD-D172-DC5E-968F64A9F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DD4E4-7537-BD7E-523E-E1BF8A157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 – 4.2.2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0FE53A-846E-619F-4B89-F5BD6CE9F8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2598B-9949-05BF-8018-AA7CBC5BBE70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2B7B9-E59F-505D-0FBC-B9490747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13787-2C3A-A997-965B-742C99B4D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0" y="1385450"/>
            <a:ext cx="7290564" cy="53061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59C512-DF1B-E8C8-9A86-FCC1B7D8DA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5716" y="3894161"/>
            <a:ext cx="2869441" cy="286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36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739</TotalTime>
  <Words>281</Words>
  <Application>Microsoft Office PowerPoint</Application>
  <PresentationFormat>Widescreen</PresentationFormat>
  <Paragraphs>61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 – 4.2.1</vt:lpstr>
      <vt:lpstr>coArchi1 – 4. Manage Changes - 4.2 Refresh and Publish – 4.2.1.1</vt:lpstr>
      <vt:lpstr>coArchi1 – 4. Manage Changes - 4.2 Refresh and Publish – 4.2.2</vt:lpstr>
      <vt:lpstr>coArchi1 – 4. Manage Changes - 4.3 Change History – Time Machine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19</cp:revision>
  <dcterms:created xsi:type="dcterms:W3CDTF">2026-03-01T02:15:44Z</dcterms:created>
  <dcterms:modified xsi:type="dcterms:W3CDTF">2026-03-01T14:37:25Z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