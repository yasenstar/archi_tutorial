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6" r:id="rId4"/>
  </p:sldMasterIdLst>
  <p:notesMasterIdLst>
    <p:notesMasterId r:id="rId28"/>
  </p:notesMasterIdLst>
  <p:handoutMasterIdLst>
    <p:handoutMasterId r:id="rId29"/>
  </p:handoutMasterIdLst>
  <p:sldIdLst>
    <p:sldId id="1497" r:id="rId5"/>
    <p:sldId id="1499" r:id="rId6"/>
    <p:sldId id="1500" r:id="rId7"/>
    <p:sldId id="1501" r:id="rId8"/>
    <p:sldId id="1502" r:id="rId9"/>
    <p:sldId id="1503" r:id="rId10"/>
    <p:sldId id="1504" r:id="rId11"/>
    <p:sldId id="1505" r:id="rId12"/>
    <p:sldId id="1506" r:id="rId13"/>
    <p:sldId id="1507" r:id="rId14"/>
    <p:sldId id="1508" r:id="rId15"/>
    <p:sldId id="1509" r:id="rId16"/>
    <p:sldId id="1512" r:id="rId17"/>
    <p:sldId id="1514" r:id="rId18"/>
    <p:sldId id="1518" r:id="rId19"/>
    <p:sldId id="1515" r:id="rId20"/>
    <p:sldId id="1516" r:id="rId21"/>
    <p:sldId id="1517" r:id="rId22"/>
    <p:sldId id="1519" r:id="rId23"/>
    <p:sldId id="1520" r:id="rId24"/>
    <p:sldId id="1521" r:id="rId25"/>
    <p:sldId id="1498" r:id="rId26"/>
    <p:sldId id="1513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0" id="{EAF176B5-7337-43AD-A844-EF5B7234B53F}">
          <p14:sldIdLst>
            <p14:sldId id="1497"/>
            <p14:sldId id="1499"/>
          </p14:sldIdLst>
        </p14:section>
        <p14:section name="ch1" id="{5D79078A-DD3D-40B0-BCCF-E00B4EAEAA24}">
          <p14:sldIdLst>
            <p14:sldId id="1500"/>
            <p14:sldId id="1501"/>
          </p14:sldIdLst>
        </p14:section>
        <p14:section name="ch2" id="{CF88DBCB-4CE8-4854-9F96-85140BBBB022}">
          <p14:sldIdLst>
            <p14:sldId id="1502"/>
            <p14:sldId id="1503"/>
            <p14:sldId id="1504"/>
          </p14:sldIdLst>
        </p14:section>
        <p14:section name="ch3" id="{A31AA2FF-5D4E-492C-A508-5CFD30D52128}">
          <p14:sldIdLst>
            <p14:sldId id="1505"/>
            <p14:sldId id="1506"/>
            <p14:sldId id="1507"/>
          </p14:sldIdLst>
        </p14:section>
        <p14:section name="ch4" id="{38C85E6F-749F-4304-BC0F-E047EA982CC2}">
          <p14:sldIdLst>
            <p14:sldId id="1508"/>
            <p14:sldId id="1509"/>
            <p14:sldId id="1512"/>
            <p14:sldId id="1514"/>
            <p14:sldId id="1518"/>
          </p14:sldIdLst>
        </p14:section>
        <p14:section name="ch5" id="{98F2282D-FB6A-40F3-BBC4-010FEE905C28}">
          <p14:sldIdLst>
            <p14:sldId id="1515"/>
            <p14:sldId id="1516"/>
            <p14:sldId id="1517"/>
          </p14:sldIdLst>
        </p14:section>
        <p14:section name="ch6" id="{490897C8-C71F-4DAF-9EA8-16E18A01986D}">
          <p14:sldIdLst>
            <p14:sldId id="1519"/>
          </p14:sldIdLst>
        </p14:section>
        <p14:section name="ch7" id="{5B7E2C4D-C4FA-4C30-A651-EBCD81A17CA7}">
          <p14:sldIdLst>
            <p14:sldId id="1520"/>
          </p14:sldIdLst>
        </p14:section>
        <p14:section name="summary" id="{F856FC10-B88E-4F21-A7A9-47D0F5462718}">
          <p14:sldIdLst>
            <p14:sldId id="1521"/>
          </p14:sldIdLst>
        </p14:section>
        <p14:section name="cover" id="{0FC9970D-441B-4529-A112-2EB09CC4E608}">
          <p14:sldIdLst>
            <p14:sldId id="1498"/>
            <p14:sldId id="151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6" autoAdjust="0"/>
    <p:restoredTop sz="90079" autoAdjust="0"/>
  </p:normalViewPr>
  <p:slideViewPr>
    <p:cSldViewPr snapToGrid="0">
      <p:cViewPr varScale="1">
        <p:scale>
          <a:sx n="105" d="100"/>
          <a:sy n="105" d="100"/>
        </p:scale>
        <p:origin x="639" y="2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814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4E0B-8AD0-25BA-3881-25111A788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4DD72B-958B-4B58-3343-8AF89BCF3D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8C3C57-A450-9211-F32A-45A5DC3764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4DB9F8-B291-C3A0-3A8C-C3A44D791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1647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CFD10-12D6-1107-7BBC-942710CF3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575FFE-1C74-1141-211E-7BD221A0C5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2BB3AA-DDF5-E60E-7A95-ADF0AED81B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D33A96-84B2-4AED-D215-B7B59412D4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159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85C3E-46F6-4231-A8B2-BBA3DD006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E8E5A-EC3C-B69C-50C4-5FEA73C88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8DACD0-CE05-5960-A3D4-74A62E9B9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9FB4E-EC97-075E-47FA-A881318F4D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5692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285BC-3B29-5887-AA54-E97BA2AB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4D988-6C51-5E87-12EE-74BB583EE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42D920-2EB5-A38B-6F09-E6ED8670B0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8C613-4EF1-2D45-3D3D-5460D8CA07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135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8C6D8-3A2C-6D85-71EE-B014C2966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CFEF7-7F8D-0264-9BFD-8D755F6486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03C5E-3B08-CE50-D20A-15A51C695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28CDF-1507-5675-AEA5-F7DBD0034A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743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CA3CC-40B2-4644-5F17-07D881759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FE528-690F-9657-3BFE-79386C2CC3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BE2CC5-6468-6C84-D9EA-FF860F766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D106A-D58C-C8BC-6131-CB8AB18EA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1958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650FC-7A79-645E-81FD-CC5BD8AC9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591E9D-1B29-201F-3778-F7F3330C1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CC6A4E-4A41-5F3E-75C8-91A9BB08D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42A29-9081-3E1B-152B-17FD3A29C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5520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B781C-D61C-ACAF-4A8A-80D16BE43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2B94AD-7AA6-197E-89DF-3CAB819DF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A2B7E-7E83-10F4-A990-B35B226BD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B55CA-A4AE-0CE0-E3E7-00591513F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2457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1CF2D-1A14-0A18-DBD4-266C6EE49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D109DF-D5B7-1DA0-0E63-1540430D2D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00E19-BC13-1507-00A2-955A71028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8C6DD-DC0D-FE0D-7D25-073FEBC81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64002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603A5-758E-B0D4-C7CB-19B6F4BD1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74515-6339-53F8-ACB3-E1D6E2C68C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A827B-F288-333A-BC1D-3D02B76AFD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64C06-6E73-6487-661E-8C6D939D15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617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F675D-E006-7A04-9B36-5BAF03A0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2D794E-F2F5-7A7B-426F-CD3100849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965618-5682-EFC4-13C2-A5E1E3AC0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8B9208-7ED6-F022-04F3-76C5C5FBD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004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47868-E202-C13C-208F-51454D38B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99D7C6-A13E-AD8E-C233-C4399DABA4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7A736-516A-B82A-BEC3-9D0AC1A2E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8ED67-5D08-207A-6FE9-D9F6674A04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9329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AA86-6967-9CD8-7EC7-38C5FB30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1CB04B-6A03-E07E-9C9A-154A51027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8A14BA-E34B-8FD6-B6E7-5DEAE92F5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7B5D71-768C-9BA7-CFB9-403D5A6151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08935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5E36C-D020-BEF4-E14A-2B7188640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4415A7-9594-E548-6619-D4ABEDEBB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B4F529-1923-CDF4-F582-1154C5EB09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4E8F7-408B-8A75-63D3-45D716754A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9934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645F-D156-8219-3547-B62136192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DC7AB2-8BE6-6320-BD8F-82E54C5EDD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EE2A75-C905-E21F-AFFA-1339AEB9A6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E4D37A-1516-1BD5-3D8E-2291BD16DA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686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59095-51FB-1B18-F0BD-A4D01EC61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28ADE-2FB4-7764-E2F4-99D326D3EF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0E63F-BA2A-B283-865A-4E9834557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30ACCE-0A26-895E-661E-F9BE717397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58290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AD459-129F-8861-1092-1CC3CFC47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A08C1-F655-5C21-CF04-A7E77B481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4AEC5A-1606-8DDE-30D8-8A9BC0512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608D5-C1DE-6620-E415-69A20DF756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02375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FE980-F566-6AAF-F9D0-8F4562F93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0A036A-0D49-EA32-A22E-7F51A0526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96ECB-E4D5-25EF-F536-7801D91BB7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CDF8D-2AAB-DA22-18F2-4ABA6F4F4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55246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3607C-A9BD-D4F1-B140-E8A6F1D18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70B9CA-FCEE-AB3F-6221-99CDC1812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AA025-B5A8-5A2B-3947-1BE691BDF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17E02F-8DA1-FFF1-3C84-337C96C00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DD6F49-EBB7-4CCF-97A8-E526BB28BB6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95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0FC0FA77-D157-35E3-0B4D-11C0F67E63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</p:spPr>
        <p:txBody>
          <a:bodyPr/>
          <a:lstStyle/>
          <a:p>
            <a:fld id="{175A1B29-DFBD-4673-8328-3ED6619AAB5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D55EDDF-CA01-E393-D8E9-0618A68B2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FD1BB6C-22F1-3135-9434-A294C25C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35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4B1540E-CB71-48F2-BE70-F5CE056CFE1B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05D4B22-4D6B-3463-9517-CEFA7D2A6E7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774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03850" y="907302"/>
            <a:ext cx="4222117" cy="3697488"/>
          </a:xfrm>
        </p:spPr>
        <p:txBody>
          <a:bodyPr anchor="b">
            <a:normAutofit/>
          </a:bodyPr>
          <a:lstStyle>
            <a:lvl1pPr algn="l"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03850" y="4731335"/>
            <a:ext cx="4222117" cy="1219362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E190545-F7D8-0D1C-1BCC-C670CFFE0C6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6226810" cy="6190488"/>
          </a:xfrm>
          <a:custGeom>
            <a:avLst/>
            <a:gdLst>
              <a:gd name="connsiteX0" fmla="*/ 186643 w 6226810"/>
              <a:gd name="connsiteY0" fmla="*/ 0 h 6190488"/>
              <a:gd name="connsiteX1" fmla="*/ 6226810 w 6226810"/>
              <a:gd name="connsiteY1" fmla="*/ 0 h 6190488"/>
              <a:gd name="connsiteX2" fmla="*/ 6226810 w 6226810"/>
              <a:gd name="connsiteY2" fmla="*/ 6190488 h 6190488"/>
              <a:gd name="connsiteX3" fmla="*/ 186643 w 6226810"/>
              <a:gd name="connsiteY3" fmla="*/ 6190488 h 6190488"/>
              <a:gd name="connsiteX4" fmla="*/ 0 w 6226810"/>
              <a:gd name="connsiteY4" fmla="*/ 6003845 h 6190488"/>
              <a:gd name="connsiteX5" fmla="*/ 0 w 6226810"/>
              <a:gd name="connsiteY5" fmla="*/ 186643 h 6190488"/>
              <a:gd name="connsiteX6" fmla="*/ 186643 w 622681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26810" h="6190488">
                <a:moveTo>
                  <a:pt x="186643" y="0"/>
                </a:moveTo>
                <a:lnTo>
                  <a:pt x="6226810" y="0"/>
                </a:lnTo>
                <a:lnTo>
                  <a:pt x="622681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529916"/>
            <a:ext cx="170762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54E9985-91B3-42C8-B8D8-B565E04A5E57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5DF5215-34B8-BE6B-A816-58B2F37B1D5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9716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9537" y="905256"/>
            <a:ext cx="4206240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536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77B7186-FB14-CA62-FE96-5476125CC1B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333756"/>
            <a:ext cx="6237732" cy="6190488"/>
          </a:xfrm>
          <a:custGeom>
            <a:avLst/>
            <a:gdLst>
              <a:gd name="connsiteX0" fmla="*/ 0 w 6237732"/>
              <a:gd name="connsiteY0" fmla="*/ 0 h 6190488"/>
              <a:gd name="connsiteX1" fmla="*/ 6051089 w 6237732"/>
              <a:gd name="connsiteY1" fmla="*/ 0 h 6190488"/>
              <a:gd name="connsiteX2" fmla="*/ 6237732 w 6237732"/>
              <a:gd name="connsiteY2" fmla="*/ 186643 h 6190488"/>
              <a:gd name="connsiteX3" fmla="*/ 6237732 w 6237732"/>
              <a:gd name="connsiteY3" fmla="*/ 6003845 h 6190488"/>
              <a:gd name="connsiteX4" fmla="*/ 6051089 w 6237732"/>
              <a:gd name="connsiteY4" fmla="*/ 6190488 h 6190488"/>
              <a:gd name="connsiteX5" fmla="*/ 0 w 6237732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37732" h="6190488">
                <a:moveTo>
                  <a:pt x="0" y="0"/>
                </a:moveTo>
                <a:lnTo>
                  <a:pt x="6051089" y="0"/>
                </a:lnTo>
                <a:cubicBezTo>
                  <a:pt x="6154169" y="0"/>
                  <a:pt x="6237732" y="83563"/>
                  <a:pt x="6237732" y="186643"/>
                </a:cubicBezTo>
                <a:lnTo>
                  <a:pt x="6237732" y="6003845"/>
                </a:lnTo>
                <a:cubicBezTo>
                  <a:pt x="6237732" y="6106925"/>
                  <a:pt x="6154169" y="6190488"/>
                  <a:pt x="6051089" y="6190488"/>
                </a:cubicBezTo>
                <a:lnTo>
                  <a:pt x="0" y="6190488"/>
                </a:ln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347133" y="6529916"/>
            <a:ext cx="1951777" cy="328084"/>
          </a:xfrm>
          <a:prstGeom prst="rect">
            <a:avLst/>
          </a:prstGeom>
        </p:spPr>
        <p:txBody>
          <a:bodyPr/>
          <a:lstStyle/>
          <a:p>
            <a:fld id="{B4AA5E08-0B46-4D4C-9A1D-1895CC169C5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880928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636569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AE6C76-D3EE-C74F-F49E-97F6141F5D1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066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703F4AEB-E597-882F-3A69-A923B8DED4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57"/>
          <a:stretch/>
        </p:blipFill>
        <p:spPr>
          <a:xfrm>
            <a:off x="398705" y="0"/>
            <a:ext cx="5697291" cy="50217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b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017" y="4349578"/>
            <a:ext cx="6821182" cy="138472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04512D9-A095-4355-9551-356CB2C0D09E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C5621C6-56CB-3166-B017-50A927415F64}"/>
              </a:ext>
            </a:extLst>
          </p:cNvPr>
          <p:cNvCxnSpPr>
            <a:cxnSpLocks/>
          </p:cNvCxnSpPr>
          <p:nvPr/>
        </p:nvCxnSpPr>
        <p:spPr>
          <a:xfrm>
            <a:off x="637839" y="4236969"/>
            <a:ext cx="0" cy="138472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39727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2AE2374-EA36-E826-C9F3-73CD3978F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68" b="47295"/>
          <a:stretch/>
        </p:blipFill>
        <p:spPr>
          <a:xfrm>
            <a:off x="3701142" y="2068286"/>
            <a:ext cx="8490855" cy="4789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80323" y="4617138"/>
            <a:ext cx="6853511" cy="10149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ED07DE6-50D5-4B21-9405-DD62C0D4DC6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B0C21-F380-74EA-96A8-0858FD0075A4}"/>
              </a:ext>
            </a:extLst>
          </p:cNvPr>
          <p:cNvCxnSpPr>
            <a:cxnSpLocks/>
          </p:cNvCxnSpPr>
          <p:nvPr/>
        </p:nvCxnSpPr>
        <p:spPr>
          <a:xfrm>
            <a:off x="755780" y="4492300"/>
            <a:ext cx="0" cy="112939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21242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6717639-19C5-F877-6AAE-FF488C7936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72615" y="905615"/>
            <a:ext cx="5046770" cy="50467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3888" y="1427162"/>
            <a:ext cx="9484224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14850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8E66873-82AB-4D6B-96C7-8222581A9F4D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536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7D4B28D-BD47-8092-F202-DCD18D1BAE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4425" y="1198517"/>
            <a:ext cx="4438650" cy="44386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D4D61D-AA1D-D414-2D63-F3B4B0760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0708" y="2801929"/>
            <a:ext cx="8686801" cy="2565902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B0EE02-7A0B-46A0-5F6E-CFBC94BDF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46090" y="1726269"/>
            <a:ext cx="3024899" cy="547908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67AE0A-CAE3-D199-2942-E05831D3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4564F8-E916-4EFF-887D-D1E1BBF6454B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FBF0A-E355-74AD-4A6E-8FD2BD7A6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1D965-1C87-6430-A8A7-B6EB43D86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7236231-7728-F430-19B7-A4956EAFC196}"/>
              </a:ext>
            </a:extLst>
          </p:cNvPr>
          <p:cNvCxnSpPr/>
          <p:nvPr/>
        </p:nvCxnSpPr>
        <p:spPr>
          <a:xfrm>
            <a:off x="1450428" y="2522483"/>
            <a:ext cx="0" cy="262495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2876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9ECA965F-086A-7B72-BC9F-EA4CF32BC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02"/>
          <a:stretch/>
        </p:blipFill>
        <p:spPr>
          <a:xfrm>
            <a:off x="421566" y="1836225"/>
            <a:ext cx="5674434" cy="50217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69ADDC-FB37-4BD0-807F-2EC90205924B}" type="datetime1">
              <a:rPr lang="en-US" smtClean="0"/>
              <a:pPr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698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0B3EB36B-144D-A648-1BD5-DBEDDC79D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178" b="16685"/>
          <a:stretch/>
        </p:blipFill>
        <p:spPr>
          <a:xfrm>
            <a:off x="0" y="2754087"/>
            <a:ext cx="4325917" cy="4103914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D2BD543F-D939-A8C7-FAFA-B555B276D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0428" y="990601"/>
            <a:ext cx="9145991" cy="3630384"/>
          </a:xfrm>
        </p:spPr>
        <p:txBody>
          <a:bodyPr anchor="b">
            <a:noAutofit/>
          </a:bodyPr>
          <a:lstStyle>
            <a:lvl1pPr algn="l">
              <a:defRPr sz="6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6DBE5D1-8623-4EBC-BE64-F118A957A6D2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26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B90D1FE6-C620-8AEA-8E16-817F8F3005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905" b="19272"/>
          <a:stretch/>
        </p:blipFill>
        <p:spPr>
          <a:xfrm>
            <a:off x="7866083" y="2754085"/>
            <a:ext cx="4325917" cy="41039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75827B4-FD33-43BF-9F9D-5FEB6B504CD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1926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4901" y="907302"/>
            <a:ext cx="4700219" cy="1808466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6C507B-B242-4119-B1FF-3014636CAB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140" y="333756"/>
            <a:ext cx="5740908" cy="6190488"/>
          </a:xfrm>
          <a:custGeom>
            <a:avLst/>
            <a:gdLst>
              <a:gd name="connsiteX0" fmla="*/ 186643 w 5740908"/>
              <a:gd name="connsiteY0" fmla="*/ 0 h 6190488"/>
              <a:gd name="connsiteX1" fmla="*/ 5740908 w 5740908"/>
              <a:gd name="connsiteY1" fmla="*/ 0 h 6190488"/>
              <a:gd name="connsiteX2" fmla="*/ 5740908 w 5740908"/>
              <a:gd name="connsiteY2" fmla="*/ 6190488 h 6190488"/>
              <a:gd name="connsiteX3" fmla="*/ 186643 w 5740908"/>
              <a:gd name="connsiteY3" fmla="*/ 6190488 h 6190488"/>
              <a:gd name="connsiteX4" fmla="*/ 0 w 5740908"/>
              <a:gd name="connsiteY4" fmla="*/ 6003845 h 6190488"/>
              <a:gd name="connsiteX5" fmla="*/ 0 w 5740908"/>
              <a:gd name="connsiteY5" fmla="*/ 186643 h 6190488"/>
              <a:gd name="connsiteX6" fmla="*/ 186643 w 5740908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740908" h="6190488">
                <a:moveTo>
                  <a:pt x="186643" y="0"/>
                </a:moveTo>
                <a:lnTo>
                  <a:pt x="5740908" y="0"/>
                </a:lnTo>
                <a:lnTo>
                  <a:pt x="5740908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4901" y="2825496"/>
            <a:ext cx="4700219" cy="3125201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168DD83C-D23D-6D82-F95D-3B845F07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AE25BD38-48AE-AB7F-6C54-5CB028645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E6A02DBF-D88B-3129-23EF-1ECA54009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855E23-77DB-A52C-BC0E-EF3C3F4A95C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724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B13B15A-B652-48F5-A365-F1C590938A4C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597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BA0B4E8-F389-4DD5-B3EC-37E88D1AD78F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3294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942A636-76C4-4EB1-A2CC-2ABF54421FE3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78247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95B423A5-C243-487B-A652-39F00748165E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826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430AD89-C002-420D-B2A6-406343AFF059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5832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893" y="2367643"/>
            <a:ext cx="10465073" cy="35830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4BC6E8D4-25D1-4A44-BB87-23C6E7F03C94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816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1705" y="927238"/>
            <a:ext cx="602489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62C8996-C286-B245-2F06-E6E33F9907E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4435746" cy="6190488"/>
          </a:xfrm>
          <a:custGeom>
            <a:avLst/>
            <a:gdLst>
              <a:gd name="connsiteX0" fmla="*/ 186643 w 4435746"/>
              <a:gd name="connsiteY0" fmla="*/ 0 h 6190488"/>
              <a:gd name="connsiteX1" fmla="*/ 4435746 w 4435746"/>
              <a:gd name="connsiteY1" fmla="*/ 0 h 6190488"/>
              <a:gd name="connsiteX2" fmla="*/ 4435746 w 4435746"/>
              <a:gd name="connsiteY2" fmla="*/ 6190488 h 6190488"/>
              <a:gd name="connsiteX3" fmla="*/ 186643 w 4435746"/>
              <a:gd name="connsiteY3" fmla="*/ 6190488 h 6190488"/>
              <a:gd name="connsiteX4" fmla="*/ 0 w 4435746"/>
              <a:gd name="connsiteY4" fmla="*/ 6003845 h 6190488"/>
              <a:gd name="connsiteX5" fmla="*/ 0 w 4435746"/>
              <a:gd name="connsiteY5" fmla="*/ 186643 h 6190488"/>
              <a:gd name="connsiteX6" fmla="*/ 186643 w 4435746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5746" h="6190488">
                <a:moveTo>
                  <a:pt x="186643" y="0"/>
                </a:moveTo>
                <a:lnTo>
                  <a:pt x="4435746" y="0"/>
                </a:lnTo>
                <a:lnTo>
                  <a:pt x="4435746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21704" y="2204566"/>
            <a:ext cx="6004263" cy="37660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321704" y="6529914"/>
            <a:ext cx="3554817" cy="328085"/>
          </a:xfrm>
          <a:prstGeom prst="rect">
            <a:avLst/>
          </a:prstGeom>
        </p:spPr>
        <p:txBody>
          <a:bodyPr/>
          <a:lstStyle/>
          <a:p>
            <a:fld id="{78F868A0-EF2B-4F3B-A196-0BED1204575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9886564-48A7-D356-B519-1753B487C99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8430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6037236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02135"/>
            <a:ext cx="6037365" cy="37485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B0EB951-12A5-039B-D658-D0E726B238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333756"/>
            <a:ext cx="4433316" cy="6190488"/>
          </a:xfrm>
          <a:custGeom>
            <a:avLst/>
            <a:gdLst>
              <a:gd name="connsiteX0" fmla="*/ 0 w 4433316"/>
              <a:gd name="connsiteY0" fmla="*/ 0 h 6190488"/>
              <a:gd name="connsiteX1" fmla="*/ 4246673 w 4433316"/>
              <a:gd name="connsiteY1" fmla="*/ 0 h 6190488"/>
              <a:gd name="connsiteX2" fmla="*/ 4433316 w 4433316"/>
              <a:gd name="connsiteY2" fmla="*/ 186643 h 6190488"/>
              <a:gd name="connsiteX3" fmla="*/ 4433316 w 4433316"/>
              <a:gd name="connsiteY3" fmla="*/ 6003845 h 6190488"/>
              <a:gd name="connsiteX4" fmla="*/ 4246673 w 4433316"/>
              <a:gd name="connsiteY4" fmla="*/ 6190488 h 6190488"/>
              <a:gd name="connsiteX5" fmla="*/ 0 w 4433316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33316" h="6190488">
                <a:moveTo>
                  <a:pt x="0" y="0"/>
                </a:moveTo>
                <a:lnTo>
                  <a:pt x="4246673" y="0"/>
                </a:lnTo>
                <a:cubicBezTo>
                  <a:pt x="4349753" y="0"/>
                  <a:pt x="4433316" y="83563"/>
                  <a:pt x="4433316" y="186643"/>
                </a:cubicBezTo>
                <a:lnTo>
                  <a:pt x="4433316" y="6003845"/>
                </a:lnTo>
                <a:cubicBezTo>
                  <a:pt x="4433316" y="6106925"/>
                  <a:pt x="4349753" y="6190488"/>
                  <a:pt x="4246673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5"/>
          </a:xfrm>
          <a:prstGeom prst="rect">
            <a:avLst/>
          </a:prstGeom>
        </p:spPr>
        <p:txBody>
          <a:bodyPr/>
          <a:lstStyle/>
          <a:p>
            <a:fld id="{3D127003-26EA-4E29-A915-6163B9A3B02A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8ED8B4C-3B70-7229-7BC1-2CA7F422854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68906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4995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D00EEA7-B56C-0FE1-DD57-6EA76831674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3665220" cy="6190488"/>
          </a:xfrm>
          <a:custGeom>
            <a:avLst/>
            <a:gdLst>
              <a:gd name="connsiteX0" fmla="*/ 186643 w 3665220"/>
              <a:gd name="connsiteY0" fmla="*/ 0 h 6190488"/>
              <a:gd name="connsiteX1" fmla="*/ 3665220 w 3665220"/>
              <a:gd name="connsiteY1" fmla="*/ 0 h 6190488"/>
              <a:gd name="connsiteX2" fmla="*/ 3665220 w 3665220"/>
              <a:gd name="connsiteY2" fmla="*/ 6190488 h 6190488"/>
              <a:gd name="connsiteX3" fmla="*/ 186643 w 3665220"/>
              <a:gd name="connsiteY3" fmla="*/ 6190488 h 6190488"/>
              <a:gd name="connsiteX4" fmla="*/ 0 w 3665220"/>
              <a:gd name="connsiteY4" fmla="*/ 6003845 h 6190488"/>
              <a:gd name="connsiteX5" fmla="*/ 0 w 3665220"/>
              <a:gd name="connsiteY5" fmla="*/ 186643 h 6190488"/>
              <a:gd name="connsiteX6" fmla="*/ 186643 w 3665220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65220" h="6190488">
                <a:moveTo>
                  <a:pt x="186643" y="0"/>
                </a:moveTo>
                <a:lnTo>
                  <a:pt x="3665220" y="0"/>
                </a:lnTo>
                <a:lnTo>
                  <a:pt x="3665220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2499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529916"/>
            <a:ext cx="3494314" cy="328084"/>
          </a:xfrm>
          <a:prstGeom prst="rect">
            <a:avLst/>
          </a:prstGeom>
        </p:spPr>
        <p:txBody>
          <a:bodyPr/>
          <a:lstStyle/>
          <a:p>
            <a:fld id="{FC8398B2-10D9-44F6-A6BD-93FBB0F2ED9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2F2155E-50E7-C260-4CB2-28DE7F08650E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98243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99AA6AA-9FAC-AA42-597B-AAAAEDA9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12388"/>
            <a:ext cx="6800971" cy="93268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5F8572EB-0F19-5157-1262-D70FB246A99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97625"/>
            <a:ext cx="6800971" cy="39450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B842C4E-40FF-AB86-90DD-9230239CDAA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333756"/>
            <a:ext cx="3742128" cy="6190488"/>
          </a:xfrm>
          <a:custGeom>
            <a:avLst/>
            <a:gdLst>
              <a:gd name="connsiteX0" fmla="*/ 0 w 3742128"/>
              <a:gd name="connsiteY0" fmla="*/ 0 h 6190488"/>
              <a:gd name="connsiteX1" fmla="*/ 3555485 w 3742128"/>
              <a:gd name="connsiteY1" fmla="*/ 0 h 6190488"/>
              <a:gd name="connsiteX2" fmla="*/ 3742128 w 3742128"/>
              <a:gd name="connsiteY2" fmla="*/ 186643 h 6190488"/>
              <a:gd name="connsiteX3" fmla="*/ 3742128 w 3742128"/>
              <a:gd name="connsiteY3" fmla="*/ 6003845 h 6190488"/>
              <a:gd name="connsiteX4" fmla="*/ 3555485 w 3742128"/>
              <a:gd name="connsiteY4" fmla="*/ 6190488 h 6190488"/>
              <a:gd name="connsiteX5" fmla="*/ 0 w 3742128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42128" h="6190488">
                <a:moveTo>
                  <a:pt x="0" y="0"/>
                </a:moveTo>
                <a:lnTo>
                  <a:pt x="3555485" y="0"/>
                </a:lnTo>
                <a:cubicBezTo>
                  <a:pt x="3658565" y="0"/>
                  <a:pt x="3742128" y="83563"/>
                  <a:pt x="3742128" y="186643"/>
                </a:cubicBezTo>
                <a:lnTo>
                  <a:pt x="3742128" y="6003845"/>
                </a:lnTo>
                <a:cubicBezTo>
                  <a:pt x="3742128" y="6106925"/>
                  <a:pt x="3658565" y="6190488"/>
                  <a:pt x="3555485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CAE8F83-67FA-404A-B769-CAB4959C0FA7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35E0701-D961-E590-72A4-CFE60A942FB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458702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35B410A-8F1F-C41B-C2EA-3ADD36BB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3972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675BA77-EBBB-9336-6E26-E6A278DEC64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6253369" cy="6190488"/>
          </a:xfrm>
          <a:custGeom>
            <a:avLst/>
            <a:gdLst>
              <a:gd name="connsiteX0" fmla="*/ 186643 w 6253369"/>
              <a:gd name="connsiteY0" fmla="*/ 0 h 6190488"/>
              <a:gd name="connsiteX1" fmla="*/ 6253369 w 6253369"/>
              <a:gd name="connsiteY1" fmla="*/ 0 h 6190488"/>
              <a:gd name="connsiteX2" fmla="*/ 6253369 w 6253369"/>
              <a:gd name="connsiteY2" fmla="*/ 6190488 h 6190488"/>
              <a:gd name="connsiteX3" fmla="*/ 186643 w 6253369"/>
              <a:gd name="connsiteY3" fmla="*/ 6190488 h 6190488"/>
              <a:gd name="connsiteX4" fmla="*/ 0 w 6253369"/>
              <a:gd name="connsiteY4" fmla="*/ 6003845 h 6190488"/>
              <a:gd name="connsiteX5" fmla="*/ 0 w 6253369"/>
              <a:gd name="connsiteY5" fmla="*/ 186643 h 6190488"/>
              <a:gd name="connsiteX6" fmla="*/ 186643 w 6253369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253369" h="6190488">
                <a:moveTo>
                  <a:pt x="186643" y="0"/>
                </a:moveTo>
                <a:lnTo>
                  <a:pt x="6253369" y="0"/>
                </a:lnTo>
                <a:lnTo>
                  <a:pt x="6253369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CFD057C1-E5F9-48C1-C100-98561B816AC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53972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529914"/>
            <a:ext cx="1622776" cy="32808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49B3D67F-5079-4349-A370-6203DAA40BB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A9C6C39-F32F-7B92-4B04-DE603E8CAB22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14192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302"/>
            <a:ext cx="4361688" cy="138696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438545"/>
            <a:ext cx="4366917" cy="35121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989A950D-4E95-617D-73A8-2088AA91A8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9422" y="333756"/>
            <a:ext cx="6086539" cy="6190488"/>
          </a:xfrm>
          <a:custGeom>
            <a:avLst/>
            <a:gdLst>
              <a:gd name="connsiteX0" fmla="*/ 0 w 6086539"/>
              <a:gd name="connsiteY0" fmla="*/ 0 h 6181344"/>
              <a:gd name="connsiteX1" fmla="*/ 5900171 w 6086539"/>
              <a:gd name="connsiteY1" fmla="*/ 0 h 6181344"/>
              <a:gd name="connsiteX2" fmla="*/ 6086539 w 6086539"/>
              <a:gd name="connsiteY2" fmla="*/ 186368 h 6181344"/>
              <a:gd name="connsiteX3" fmla="*/ 6086539 w 6086539"/>
              <a:gd name="connsiteY3" fmla="*/ 5994976 h 6181344"/>
              <a:gd name="connsiteX4" fmla="*/ 5900171 w 6086539"/>
              <a:gd name="connsiteY4" fmla="*/ 6181344 h 6181344"/>
              <a:gd name="connsiteX5" fmla="*/ 0 w 6086539"/>
              <a:gd name="connsiteY5" fmla="*/ 6181344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86539" h="6181344">
                <a:moveTo>
                  <a:pt x="0" y="0"/>
                </a:moveTo>
                <a:lnTo>
                  <a:pt x="5900171" y="0"/>
                </a:lnTo>
                <a:cubicBezTo>
                  <a:pt x="6003099" y="0"/>
                  <a:pt x="6086539" y="83440"/>
                  <a:pt x="6086539" y="186368"/>
                </a:cubicBezTo>
                <a:lnTo>
                  <a:pt x="6086539" y="5994976"/>
                </a:lnTo>
                <a:cubicBezTo>
                  <a:pt x="6086539" y="6097904"/>
                  <a:pt x="6003099" y="6181344"/>
                  <a:pt x="5900171" y="6181344"/>
                </a:cubicBezTo>
                <a:lnTo>
                  <a:pt x="0" y="6181344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D5E635FD-01E5-4F9B-B7E3-4E8E4D553502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C6B2973-B39B-795B-C998-BD99945AC583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22310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D06E528-2C9F-FF0A-C704-D5311E88B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2554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8AE6960-1685-F3C4-C297-F7D9C123BDA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956" y="338328"/>
            <a:ext cx="6129344" cy="6181344"/>
          </a:xfrm>
          <a:custGeom>
            <a:avLst/>
            <a:gdLst>
              <a:gd name="connsiteX0" fmla="*/ 186368 w 6129344"/>
              <a:gd name="connsiteY0" fmla="*/ 0 h 6181344"/>
              <a:gd name="connsiteX1" fmla="*/ 6129344 w 6129344"/>
              <a:gd name="connsiteY1" fmla="*/ 0 h 6181344"/>
              <a:gd name="connsiteX2" fmla="*/ 6129344 w 6129344"/>
              <a:gd name="connsiteY2" fmla="*/ 6181344 h 6181344"/>
              <a:gd name="connsiteX3" fmla="*/ 186368 w 6129344"/>
              <a:gd name="connsiteY3" fmla="*/ 6181344 h 6181344"/>
              <a:gd name="connsiteX4" fmla="*/ 0 w 6129344"/>
              <a:gd name="connsiteY4" fmla="*/ 5994976 h 6181344"/>
              <a:gd name="connsiteX5" fmla="*/ 0 w 6129344"/>
              <a:gd name="connsiteY5" fmla="*/ 186368 h 6181344"/>
              <a:gd name="connsiteX6" fmla="*/ 186368 w 6129344"/>
              <a:gd name="connsiteY6" fmla="*/ 0 h 6181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29344" h="6181344">
                <a:moveTo>
                  <a:pt x="186368" y="0"/>
                </a:moveTo>
                <a:lnTo>
                  <a:pt x="6129344" y="0"/>
                </a:lnTo>
                <a:lnTo>
                  <a:pt x="6129344" y="6181344"/>
                </a:lnTo>
                <a:lnTo>
                  <a:pt x="186368" y="6181344"/>
                </a:lnTo>
                <a:cubicBezTo>
                  <a:pt x="83440" y="6181344"/>
                  <a:pt x="0" y="6097904"/>
                  <a:pt x="0" y="5994976"/>
                </a:cubicBezTo>
                <a:lnTo>
                  <a:pt x="0" y="186368"/>
                </a:lnTo>
                <a:cubicBezTo>
                  <a:pt x="0" y="83440"/>
                  <a:pt x="83440" y="0"/>
                  <a:pt x="186368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F131C32E-547E-EA2F-5C03-0FE10645954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82554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529916"/>
            <a:ext cx="177202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A120D7-D319-4C08-8AC1-3F29C25825B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BBCC467-E248-3764-B263-C14CD99457D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3203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5256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1982048"/>
            <a:ext cx="4572000" cy="39686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E3331A2-CF3B-E998-CF70-4A75C30A9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333756"/>
            <a:ext cx="5916140" cy="6190488"/>
          </a:xfrm>
          <a:custGeom>
            <a:avLst/>
            <a:gdLst>
              <a:gd name="connsiteX0" fmla="*/ 0 w 5916140"/>
              <a:gd name="connsiteY0" fmla="*/ 0 h 6190488"/>
              <a:gd name="connsiteX1" fmla="*/ 5729497 w 5916140"/>
              <a:gd name="connsiteY1" fmla="*/ 0 h 6190488"/>
              <a:gd name="connsiteX2" fmla="*/ 5916140 w 5916140"/>
              <a:gd name="connsiteY2" fmla="*/ 186643 h 6190488"/>
              <a:gd name="connsiteX3" fmla="*/ 5916140 w 5916140"/>
              <a:gd name="connsiteY3" fmla="*/ 6003845 h 6190488"/>
              <a:gd name="connsiteX4" fmla="*/ 5729497 w 5916140"/>
              <a:gd name="connsiteY4" fmla="*/ 6190488 h 6190488"/>
              <a:gd name="connsiteX5" fmla="*/ 0 w 591614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16140" h="6190488">
                <a:moveTo>
                  <a:pt x="0" y="0"/>
                </a:moveTo>
                <a:lnTo>
                  <a:pt x="5729497" y="0"/>
                </a:lnTo>
                <a:cubicBezTo>
                  <a:pt x="5832577" y="0"/>
                  <a:pt x="5916140" y="83563"/>
                  <a:pt x="5916140" y="186643"/>
                </a:cubicBezTo>
                <a:lnTo>
                  <a:pt x="5916140" y="6003845"/>
                </a:lnTo>
                <a:cubicBezTo>
                  <a:pt x="5916140" y="6106925"/>
                  <a:pt x="5832577" y="6190488"/>
                  <a:pt x="572949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2031073" cy="328084"/>
          </a:xfrm>
          <a:prstGeom prst="rect">
            <a:avLst/>
          </a:prstGeom>
        </p:spPr>
        <p:txBody>
          <a:bodyPr/>
          <a:lstStyle/>
          <a:p>
            <a:fld id="{EBEC7127-1401-4DC9-A2BE-769D7BC81B47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1A81A3-09AD-4886-CA58-1C5308FB34ED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94284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3044" y="907299"/>
            <a:ext cx="3222923" cy="1203162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26FC952-7E45-FC54-E540-F375172C0E2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226004" cy="6190488"/>
          </a:xfrm>
          <a:custGeom>
            <a:avLst/>
            <a:gdLst>
              <a:gd name="connsiteX0" fmla="*/ 186643 w 7226004"/>
              <a:gd name="connsiteY0" fmla="*/ 0 h 6190488"/>
              <a:gd name="connsiteX1" fmla="*/ 7226004 w 7226004"/>
              <a:gd name="connsiteY1" fmla="*/ 0 h 6190488"/>
              <a:gd name="connsiteX2" fmla="*/ 7226004 w 7226004"/>
              <a:gd name="connsiteY2" fmla="*/ 6190488 h 6190488"/>
              <a:gd name="connsiteX3" fmla="*/ 186643 w 7226004"/>
              <a:gd name="connsiteY3" fmla="*/ 6190488 h 6190488"/>
              <a:gd name="connsiteX4" fmla="*/ 0 w 7226004"/>
              <a:gd name="connsiteY4" fmla="*/ 6003845 h 6190488"/>
              <a:gd name="connsiteX5" fmla="*/ 0 w 7226004"/>
              <a:gd name="connsiteY5" fmla="*/ 186643 h 6190488"/>
              <a:gd name="connsiteX6" fmla="*/ 186643 w 7226004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226004" h="6190488">
                <a:moveTo>
                  <a:pt x="186643" y="0"/>
                </a:moveTo>
                <a:lnTo>
                  <a:pt x="7226004" y="0"/>
                </a:lnTo>
                <a:lnTo>
                  <a:pt x="7226004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03044" y="2240265"/>
            <a:ext cx="3222923" cy="3710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103044" y="6529915"/>
            <a:ext cx="922372" cy="328084"/>
          </a:xfrm>
          <a:prstGeom prst="rect">
            <a:avLst/>
          </a:prstGeom>
        </p:spPr>
        <p:txBody>
          <a:bodyPr/>
          <a:lstStyle/>
          <a:p>
            <a:fld id="{16B7840A-2968-4A25-82F8-DF7BABF97BC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025417" y="6529915"/>
            <a:ext cx="2390244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B9005A-8E92-C720-BABE-52545C043BA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4720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907299"/>
            <a:ext cx="3351329" cy="120316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9536" y="2244789"/>
            <a:ext cx="3351329" cy="37059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031C5B-201F-65FC-977A-E04E980A8D1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333756"/>
            <a:ext cx="7072080" cy="6190488"/>
          </a:xfrm>
          <a:custGeom>
            <a:avLst/>
            <a:gdLst>
              <a:gd name="connsiteX0" fmla="*/ 0 w 7072080"/>
              <a:gd name="connsiteY0" fmla="*/ 0 h 6190488"/>
              <a:gd name="connsiteX1" fmla="*/ 6885437 w 7072080"/>
              <a:gd name="connsiteY1" fmla="*/ 0 h 6190488"/>
              <a:gd name="connsiteX2" fmla="*/ 7072080 w 7072080"/>
              <a:gd name="connsiteY2" fmla="*/ 186643 h 6190488"/>
              <a:gd name="connsiteX3" fmla="*/ 7072080 w 7072080"/>
              <a:gd name="connsiteY3" fmla="*/ 6003845 h 6190488"/>
              <a:gd name="connsiteX4" fmla="*/ 6885437 w 7072080"/>
              <a:gd name="connsiteY4" fmla="*/ 6190488 h 6190488"/>
              <a:gd name="connsiteX5" fmla="*/ 0 w 7072080"/>
              <a:gd name="connsiteY5" fmla="*/ 6190488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072080" h="6190488">
                <a:moveTo>
                  <a:pt x="0" y="0"/>
                </a:moveTo>
                <a:lnTo>
                  <a:pt x="6885437" y="0"/>
                </a:lnTo>
                <a:cubicBezTo>
                  <a:pt x="6988517" y="0"/>
                  <a:pt x="7072080" y="83563"/>
                  <a:pt x="7072080" y="186643"/>
                </a:cubicBezTo>
                <a:lnTo>
                  <a:pt x="7072080" y="6003845"/>
                </a:lnTo>
                <a:cubicBezTo>
                  <a:pt x="7072080" y="6106925"/>
                  <a:pt x="6988517" y="6190488"/>
                  <a:pt x="6885437" y="6190488"/>
                </a:cubicBezTo>
                <a:lnTo>
                  <a:pt x="0" y="6190488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3" y="6529916"/>
            <a:ext cx="1067625" cy="328084"/>
          </a:xfrm>
          <a:prstGeom prst="rect">
            <a:avLst/>
          </a:prstGeom>
        </p:spPr>
        <p:txBody>
          <a:bodyPr/>
          <a:lstStyle/>
          <a:p>
            <a:fld id="{E2ABEC49-741E-472F-866C-AE933A56DB0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529916"/>
            <a:ext cx="2805405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529916"/>
            <a:ext cx="429207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5A9B769-FEAE-2962-E26F-2A44DC7B32A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2389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0265" y="907300"/>
            <a:ext cx="3025702" cy="2114466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58BC462-E794-03C0-9112-F7F3BCEED14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8140" y="333756"/>
            <a:ext cx="7423225" cy="6190488"/>
          </a:xfrm>
          <a:custGeom>
            <a:avLst/>
            <a:gdLst>
              <a:gd name="connsiteX0" fmla="*/ 186643 w 7423225"/>
              <a:gd name="connsiteY0" fmla="*/ 0 h 6190488"/>
              <a:gd name="connsiteX1" fmla="*/ 7423225 w 7423225"/>
              <a:gd name="connsiteY1" fmla="*/ 0 h 6190488"/>
              <a:gd name="connsiteX2" fmla="*/ 7423225 w 7423225"/>
              <a:gd name="connsiteY2" fmla="*/ 6190488 h 6190488"/>
              <a:gd name="connsiteX3" fmla="*/ 186643 w 7423225"/>
              <a:gd name="connsiteY3" fmla="*/ 6190488 h 6190488"/>
              <a:gd name="connsiteX4" fmla="*/ 0 w 7423225"/>
              <a:gd name="connsiteY4" fmla="*/ 6003845 h 6190488"/>
              <a:gd name="connsiteX5" fmla="*/ 0 w 7423225"/>
              <a:gd name="connsiteY5" fmla="*/ 186643 h 6190488"/>
              <a:gd name="connsiteX6" fmla="*/ 186643 w 7423225"/>
              <a:gd name="connsiteY6" fmla="*/ 0 h 6190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23225" h="6190488">
                <a:moveTo>
                  <a:pt x="186643" y="0"/>
                </a:moveTo>
                <a:lnTo>
                  <a:pt x="7423225" y="0"/>
                </a:lnTo>
                <a:lnTo>
                  <a:pt x="7423225" y="6190488"/>
                </a:lnTo>
                <a:lnTo>
                  <a:pt x="186643" y="6190488"/>
                </a:lnTo>
                <a:cubicBezTo>
                  <a:pt x="83563" y="6190488"/>
                  <a:pt x="0" y="6106925"/>
                  <a:pt x="0" y="6003845"/>
                </a:cubicBezTo>
                <a:lnTo>
                  <a:pt x="0" y="186643"/>
                </a:lnTo>
                <a:cubicBezTo>
                  <a:pt x="0" y="83563"/>
                  <a:pt x="83563" y="0"/>
                  <a:pt x="186643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00265" y="3156095"/>
            <a:ext cx="3025702" cy="279459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529915"/>
            <a:ext cx="1003659" cy="32808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6BE5AC-BF33-4FE2-ADBE-F1A4AA52AA84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529915"/>
            <a:ext cx="2068899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3CB8547-3131-E62F-78BD-1E2AB8979C91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6448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51A88DF-44ED-436B-99D1-0B8CC5A92D9A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465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BEC9FA1C-AA60-4CCE-B788-3849E413B634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755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  <a:prstGeom prst="rect">
            <a:avLst/>
          </a:prstGeom>
        </p:spPr>
        <p:txBody>
          <a:bodyPr/>
          <a:lstStyle/>
          <a:p>
            <a:fld id="{401AF4C7-240F-4AB8-A2FA-D99DF3F7CE1C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56648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B707AF85-94F0-A688-031E-5C9B12E7DA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6" y="1810322"/>
            <a:ext cx="4547183" cy="44441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0FEB7308-4C28-B462-9DD9-8D821D48BBB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98331" y="2044501"/>
            <a:ext cx="3975817" cy="3975817"/>
          </a:xfrm>
          <a:custGeom>
            <a:avLst/>
            <a:gdLst>
              <a:gd name="connsiteX0" fmla="*/ 1987909 w 3975817"/>
              <a:gd name="connsiteY0" fmla="*/ 0 h 3975817"/>
              <a:gd name="connsiteX1" fmla="*/ 3975817 w 3975817"/>
              <a:gd name="connsiteY1" fmla="*/ 1987909 h 3975817"/>
              <a:gd name="connsiteX2" fmla="*/ 1987909 w 3975817"/>
              <a:gd name="connsiteY2" fmla="*/ 3975817 h 3975817"/>
              <a:gd name="connsiteX3" fmla="*/ 0 w 3975817"/>
              <a:gd name="connsiteY3" fmla="*/ 1987909 h 3975817"/>
              <a:gd name="connsiteX4" fmla="*/ 1987909 w 3975817"/>
              <a:gd name="connsiteY4" fmla="*/ 0 h 3975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75817" h="3975817">
                <a:moveTo>
                  <a:pt x="1987909" y="0"/>
                </a:moveTo>
                <a:cubicBezTo>
                  <a:pt x="3085800" y="0"/>
                  <a:pt x="3975817" y="890017"/>
                  <a:pt x="3975817" y="1987909"/>
                </a:cubicBezTo>
                <a:cubicBezTo>
                  <a:pt x="3975817" y="3085800"/>
                  <a:pt x="3085800" y="3975817"/>
                  <a:pt x="1987909" y="3975817"/>
                </a:cubicBezTo>
                <a:cubicBezTo>
                  <a:pt x="890017" y="3975817"/>
                  <a:pt x="0" y="3085800"/>
                  <a:pt x="0" y="1987909"/>
                </a:cubicBezTo>
                <a:cubicBezTo>
                  <a:pt x="0" y="890017"/>
                  <a:pt x="890017" y="0"/>
                  <a:pt x="1987909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28800"/>
            <a:ext cx="5483355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387AD299-DE61-4CBB-BC93-03EDAFFAD60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01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5BFD4E-5044-9769-5E8F-5BEC1C2A2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2648" y="2271376"/>
            <a:ext cx="4155294" cy="40611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4DA44E7-3265-78D1-59E3-AEFDF6112DD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73710" y="2485372"/>
            <a:ext cx="3633170" cy="3633170"/>
          </a:xfrm>
          <a:custGeom>
            <a:avLst/>
            <a:gdLst>
              <a:gd name="connsiteX0" fmla="*/ 1816585 w 3633170"/>
              <a:gd name="connsiteY0" fmla="*/ 0 h 3633170"/>
              <a:gd name="connsiteX1" fmla="*/ 3633170 w 3633170"/>
              <a:gd name="connsiteY1" fmla="*/ 1816585 h 3633170"/>
              <a:gd name="connsiteX2" fmla="*/ 1816585 w 3633170"/>
              <a:gd name="connsiteY2" fmla="*/ 3633170 h 3633170"/>
              <a:gd name="connsiteX3" fmla="*/ 0 w 3633170"/>
              <a:gd name="connsiteY3" fmla="*/ 1816585 h 3633170"/>
              <a:gd name="connsiteX4" fmla="*/ 1816585 w 3633170"/>
              <a:gd name="connsiteY4" fmla="*/ 0 h 3633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33170" h="3633170">
                <a:moveTo>
                  <a:pt x="1816585" y="0"/>
                </a:moveTo>
                <a:cubicBezTo>
                  <a:pt x="2819857" y="0"/>
                  <a:pt x="3633170" y="813313"/>
                  <a:pt x="3633170" y="1816585"/>
                </a:cubicBezTo>
                <a:cubicBezTo>
                  <a:pt x="3633170" y="2819857"/>
                  <a:pt x="2819857" y="3633170"/>
                  <a:pt x="1816585" y="3633170"/>
                </a:cubicBezTo>
                <a:cubicBezTo>
                  <a:pt x="813313" y="3633170"/>
                  <a:pt x="0" y="2819857"/>
                  <a:pt x="0" y="1816585"/>
                </a:cubicBezTo>
                <a:cubicBezTo>
                  <a:pt x="0" y="813313"/>
                  <a:pt x="813313" y="0"/>
                  <a:pt x="1816585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B9632C8-AF7D-4924-8414-5F0F98946906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8291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9B50B4B-78CB-E542-02D9-864CE61BF8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7715" y="2311121"/>
            <a:ext cx="4085820" cy="39932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A5E0D2B-AF9D-6520-DEF7-6EF60AC466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4412" y="2521539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60CA09-D196-4E75-A4BA-F561F149C1FC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6141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25626D2-80B1-31C0-8C4C-03AEBF6B4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35066" y="2105276"/>
            <a:ext cx="4085820" cy="3993262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FB8AD6A1-C215-DFF8-ECFA-D092D628B6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907303"/>
            <a:ext cx="10966706" cy="1132258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2F6745D6-F853-FF75-28EF-2DD864956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311121"/>
            <a:ext cx="6158266" cy="399326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66C839-A25F-2CB3-40B9-811BB4C751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91763" y="2315694"/>
            <a:ext cx="3572426" cy="3572426"/>
          </a:xfrm>
          <a:custGeom>
            <a:avLst/>
            <a:gdLst>
              <a:gd name="connsiteX0" fmla="*/ 1786213 w 3572426"/>
              <a:gd name="connsiteY0" fmla="*/ 0 h 3572426"/>
              <a:gd name="connsiteX1" fmla="*/ 3572426 w 3572426"/>
              <a:gd name="connsiteY1" fmla="*/ 1786213 h 3572426"/>
              <a:gd name="connsiteX2" fmla="*/ 1786213 w 3572426"/>
              <a:gd name="connsiteY2" fmla="*/ 3572426 h 3572426"/>
              <a:gd name="connsiteX3" fmla="*/ 0 w 3572426"/>
              <a:gd name="connsiteY3" fmla="*/ 1786213 h 3572426"/>
              <a:gd name="connsiteX4" fmla="*/ 1786213 w 3572426"/>
              <a:gd name="connsiteY4" fmla="*/ 0 h 357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2426" h="3572426">
                <a:moveTo>
                  <a:pt x="1786213" y="0"/>
                </a:moveTo>
                <a:cubicBezTo>
                  <a:pt x="2772711" y="0"/>
                  <a:pt x="3572426" y="799715"/>
                  <a:pt x="3572426" y="1786213"/>
                </a:cubicBezTo>
                <a:cubicBezTo>
                  <a:pt x="3572426" y="2772711"/>
                  <a:pt x="2772711" y="3572426"/>
                  <a:pt x="1786213" y="3572426"/>
                </a:cubicBezTo>
                <a:cubicBezTo>
                  <a:pt x="799715" y="3572426"/>
                  <a:pt x="0" y="2772711"/>
                  <a:pt x="0" y="1786213"/>
                </a:cubicBezTo>
                <a:cubicBezTo>
                  <a:pt x="0" y="799715"/>
                  <a:pt x="799715" y="0"/>
                  <a:pt x="1786213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44CA941-2112-4108-B577-DDB22688A338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51375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7C0B019-1F65-5FF3-EACC-1DBD4333A0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00064" y="557784"/>
            <a:ext cx="5914085" cy="578011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763DD55-592C-903A-3F9C-A96924CF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907302"/>
            <a:ext cx="4361688" cy="164969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4361688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51C0813-C057-2B90-9C5A-3AE995C8973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71625" y="862357"/>
            <a:ext cx="5170964" cy="5170964"/>
          </a:xfrm>
          <a:custGeom>
            <a:avLst/>
            <a:gdLst>
              <a:gd name="connsiteX0" fmla="*/ 2585482 w 5170964"/>
              <a:gd name="connsiteY0" fmla="*/ 0 h 5170964"/>
              <a:gd name="connsiteX1" fmla="*/ 5170964 w 5170964"/>
              <a:gd name="connsiteY1" fmla="*/ 2585482 h 5170964"/>
              <a:gd name="connsiteX2" fmla="*/ 2585482 w 5170964"/>
              <a:gd name="connsiteY2" fmla="*/ 5170964 h 5170964"/>
              <a:gd name="connsiteX3" fmla="*/ 0 w 5170964"/>
              <a:gd name="connsiteY3" fmla="*/ 2585482 h 5170964"/>
              <a:gd name="connsiteX4" fmla="*/ 2585482 w 5170964"/>
              <a:gd name="connsiteY4" fmla="*/ 0 h 517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70964" h="5170964">
                <a:moveTo>
                  <a:pt x="2585482" y="0"/>
                </a:moveTo>
                <a:cubicBezTo>
                  <a:pt x="4013405" y="0"/>
                  <a:pt x="5170964" y="1157560"/>
                  <a:pt x="5170964" y="2585482"/>
                </a:cubicBezTo>
                <a:cubicBezTo>
                  <a:pt x="5170964" y="4013405"/>
                  <a:pt x="4013405" y="5170964"/>
                  <a:pt x="2585482" y="5170964"/>
                </a:cubicBezTo>
                <a:cubicBezTo>
                  <a:pt x="1157560" y="5170964"/>
                  <a:pt x="0" y="4013405"/>
                  <a:pt x="0" y="2585482"/>
                </a:cubicBezTo>
                <a:cubicBezTo>
                  <a:pt x="0" y="1157560"/>
                  <a:pt x="1157560" y="0"/>
                  <a:pt x="2585482" y="0"/>
                </a:cubicBezTo>
                <a:close/>
              </a:path>
            </a:pathLst>
          </a:custGeom>
          <a:blipFill dpi="0" rotWithShape="1">
            <a:blip r:embed="rId3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D3302DA-6AFE-4F11-B5FB-C17B82EA8578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11284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967907A-96CA-89D9-9FD8-C85BFFEAF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6" y="4421770"/>
            <a:ext cx="10499656" cy="1528927"/>
          </a:xfrm>
        </p:spPr>
        <p:txBody>
          <a:bodyPr>
            <a:normAutofit/>
          </a:bodyPr>
          <a:lstStyle>
            <a:lvl1pPr algn="l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824A94E6-CFC2-45CB-1F4E-C00A6DA2F700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66336" y="1330310"/>
            <a:ext cx="10499656" cy="3273331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3619648-D57F-48C1-8026-D656192BFCE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A1F52FC-EB68-58F2-85B1-6235B55362A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3877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809744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8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0412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2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7688EBA-E81D-4EC6-8C2B-03A401A980DE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CAAB8A-DD1F-F240-8651-22FAC159B42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66810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4421770"/>
            <a:ext cx="7525512" cy="1933310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353387"/>
            <a:ext cx="10543032" cy="327333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1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75A1B29-DFBD-4673-8328-3ED6619AAB5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42EF41C-4509-4150-C0F1-83BB756ACF5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452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63662" y="561268"/>
            <a:ext cx="9264676" cy="5735465"/>
          </a:xfrm>
        </p:spPr>
        <p:txBody>
          <a:bodyPr anchor="ctr">
            <a:noAutofit/>
          </a:bodyPr>
          <a:lstStyle>
            <a:lvl1pPr marL="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2286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457200" indent="0" algn="ctr">
              <a:lnSpc>
                <a:spcPct val="80000"/>
              </a:lnSpc>
              <a:buNone/>
              <a:defRPr lang="en-US" sz="6600" b="0" kern="1200" cap="all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6858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4pPr>
            <a:lvl5pPr marL="914400" indent="0" algn="ctr">
              <a:lnSpc>
                <a:spcPct val="100000"/>
              </a:lnSpc>
              <a:buNone/>
              <a:defRPr lang="en-US" sz="8000" b="1" kern="1200" cap="all" baseline="0" dirty="0">
                <a:solidFill>
                  <a:schemeClr val="tx1"/>
                </a:solidFill>
                <a:latin typeface="Playfair Display Black" pitchFamily="2" charset="0"/>
                <a:ea typeface="+mj-ea"/>
                <a:cs typeface="+mj-cs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E7C9592F-4A0D-4D12-B47E-4A7D843B26AD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44775AE-F67F-CB44-1D87-AB4D287818A5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47648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90F78A7-ED9B-4802-8C3B-8810C7632A9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34D2A7D-7433-3BD7-B540-CAF81289672C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836924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24F266F9-F826-45A4-93B2-4F421185E715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F6FAFB8-6136-DD3A-86C3-855ED940D6F6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9681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34321655-180C-E5FF-5EBA-CB7C8C9005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67"/>
          <a:stretch/>
        </p:blipFill>
        <p:spPr>
          <a:xfrm>
            <a:off x="492638" y="0"/>
            <a:ext cx="4471248" cy="4191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50322" y="5137616"/>
            <a:ext cx="8054173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93371" y="1188720"/>
            <a:ext cx="8593017" cy="2174966"/>
          </a:xfrm>
        </p:spPr>
        <p:txBody>
          <a:bodyPr anchor="b">
            <a:normAutofit/>
          </a:bodyPr>
          <a:lstStyle>
            <a:lvl1pPr marL="0" indent="-457200" defTabSz="914400">
              <a:lnSpc>
                <a:spcPct val="80000"/>
              </a:lnSpc>
              <a:spcBef>
                <a:spcPts val="0"/>
              </a:spcBef>
              <a:buNone/>
              <a:defRPr sz="45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DB6CF73C-93E7-489E-AE2B-E246A7DB6D93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59926F-2327-8B2D-085E-499F8F38779A}"/>
              </a:ext>
            </a:extLst>
          </p:cNvPr>
          <p:cNvCxnSpPr/>
          <p:nvPr/>
        </p:nvCxnSpPr>
        <p:spPr>
          <a:xfrm>
            <a:off x="1551214" y="3477986"/>
            <a:ext cx="0" cy="1992085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99773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349240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A15AF2BE-7E3A-4323-8AD1-6D4FF44FD8E1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5A24BE-62EC-1D31-CC8C-91D6C09F8228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71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0041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2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42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CB8FD7DB-FD7D-41C7-A7D0-5BAC7B3F1054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CC92CDB-3DCC-F547-8EEC-BE14157A425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18233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F63BBBA-62F7-DBEC-F9CF-7226CF222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70C6923B-FF9D-B437-5588-878AF0F8A0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2312870-557C-564C-3520-F00CB9BF524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268121"/>
            <a:ext cx="5040809" cy="398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7586B0B4-0F2D-499F-B46F-F681523A05A0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B15031E-7D6B-5DB2-0949-3226C3A6B5E9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083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94C7CB3-8309-EE97-00D8-73D90094F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893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CF4B8FC-8114-F896-19E9-61BFDBF1E79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5158" y="2268121"/>
            <a:ext cx="504080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892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BA05586D-8745-CB79-26DE-BB05CF6BF8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5157" y="2969987"/>
            <a:ext cx="5040809" cy="3278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01266551-E982-43FB-8EB6-73FB0E4FDF12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9FD757-76AB-74D2-BF21-512AF236806B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4312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37CF8608-BD7F-FDF6-C9FE-359BAFBCC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893" y="907303"/>
            <a:ext cx="10465073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F57FA73-4BE2-4237-90E8-28123CE1B9FA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44ABFCC-D627-9493-2426-A6E5682EEBD4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81916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68BA1E88-22B3-4091-902C-19D6AD2267FE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94126D0-8C62-BE14-DAD7-1281C05B8DCA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606931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82EFC53A-E163-43E4-9309-C62B24E59229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875964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53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59536" y="3594099"/>
            <a:ext cx="10472928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F57D2C4C-3CEB-4A3F-A850-2A701BAB5B4F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0F630EC-9C35-9636-5C2F-9B305B2CCE3F}"/>
              </a:ext>
            </a:extLst>
          </p:cNvPr>
          <p:cNvSpPr/>
          <p:nvPr/>
        </p:nvSpPr>
        <p:spPr>
          <a:xfrm>
            <a:off x="347133" y="328084"/>
            <a:ext cx="11497734" cy="6201833"/>
          </a:xfrm>
          <a:prstGeom prst="roundRect">
            <a:avLst>
              <a:gd name="adj" fmla="val 3015"/>
            </a:avLst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3847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circle with black background&#10;&#10;AI-generated content may be incorrect.">
            <a:extLst>
              <a:ext uri="{FF2B5EF4-FFF2-40B4-BE49-F238E27FC236}">
                <a16:creationId xmlns:a16="http://schemas.microsoft.com/office/drawing/2014/main" id="{515E74ED-2A6E-80D7-2247-FD12F26125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100"/>
          <a:stretch/>
        </p:blipFill>
        <p:spPr>
          <a:xfrm>
            <a:off x="462641" y="0"/>
            <a:ext cx="8989429" cy="47554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857" y="3603170"/>
            <a:ext cx="7014009" cy="1507672"/>
          </a:xfrm>
        </p:spPr>
        <p:txBody>
          <a:bodyPr anchor="b">
            <a:noAutofit/>
          </a:bodyPr>
          <a:lstStyle>
            <a:lvl1pPr>
              <a:defRPr sz="45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4133" y="5480958"/>
            <a:ext cx="6360733" cy="744158"/>
          </a:xfrm>
        </p:spPr>
        <p:txBody>
          <a:bodyPr anchor="b">
            <a:noAutofit/>
          </a:bodyPr>
          <a:lstStyle>
            <a:lvl1pPr marL="0" indent="0">
              <a:lnSpc>
                <a:spcPct val="110000"/>
              </a:lnSpc>
              <a:buNone/>
              <a:defRPr sz="1800"/>
            </a:lvl1pPr>
            <a:lvl2pPr marL="228600" indent="0">
              <a:lnSpc>
                <a:spcPct val="110000"/>
              </a:lnSpc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200"/>
            </a:lvl4pPr>
            <a:lvl5pPr marL="914400" indent="0"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/>
          <a:lstStyle/>
          <a:p>
            <a:fld id="{1ABC5762-7F5E-4C8D-B27D-8990A68BB18F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055BD5-F132-7EB0-787E-04988310DC8B}"/>
              </a:ext>
            </a:extLst>
          </p:cNvPr>
          <p:cNvCxnSpPr>
            <a:cxnSpLocks/>
          </p:cNvCxnSpPr>
          <p:nvPr/>
        </p:nvCxnSpPr>
        <p:spPr>
          <a:xfrm>
            <a:off x="4985657" y="5238749"/>
            <a:ext cx="0" cy="882741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9632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7132" y="6529916"/>
            <a:ext cx="3284341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65DFBE8-81F4-46A1-BB38-C49D79C4F68D}" type="datetime1">
              <a:rPr lang="en-US" smtClean="0"/>
              <a:t>3/1/2026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60019" y="6529916"/>
            <a:ext cx="2805405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5660" y="6529916"/>
            <a:ext cx="429207" cy="3280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754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5" r:id="rId9"/>
    <p:sldLayoutId id="2147483836" r:id="rId10"/>
    <p:sldLayoutId id="2147483837" r:id="rId11"/>
    <p:sldLayoutId id="2147483838" r:id="rId12"/>
    <p:sldLayoutId id="2147483839" r:id="rId13"/>
    <p:sldLayoutId id="2147483840" r:id="rId14"/>
    <p:sldLayoutId id="2147483841" r:id="rId15"/>
    <p:sldLayoutId id="2147483842" r:id="rId16"/>
    <p:sldLayoutId id="2147483843" r:id="rId17"/>
    <p:sldLayoutId id="2147483844" r:id="rId18"/>
    <p:sldLayoutId id="2147483845" r:id="rId19"/>
    <p:sldLayoutId id="2147483846" r:id="rId20"/>
    <p:sldLayoutId id="2147483847" r:id="rId21"/>
    <p:sldLayoutId id="2147483848" r:id="rId22"/>
    <p:sldLayoutId id="2147483849" r:id="rId23"/>
    <p:sldLayoutId id="2147483850" r:id="rId24"/>
    <p:sldLayoutId id="2147483851" r:id="rId25"/>
    <p:sldLayoutId id="2147483852" r:id="rId26"/>
    <p:sldLayoutId id="2147483853" r:id="rId27"/>
    <p:sldLayoutId id="2147483854" r:id="rId28"/>
    <p:sldLayoutId id="2147483855" r:id="rId29"/>
    <p:sldLayoutId id="2147483856" r:id="rId30"/>
    <p:sldLayoutId id="2147483857" r:id="rId31"/>
    <p:sldLayoutId id="2147483858" r:id="rId32"/>
    <p:sldLayoutId id="2147483859" r:id="rId33"/>
    <p:sldLayoutId id="2147483860" r:id="rId34"/>
    <p:sldLayoutId id="2147483861" r:id="rId35"/>
    <p:sldLayoutId id="2147483862" r:id="rId36"/>
    <p:sldLayoutId id="2147483877" r:id="rId37"/>
    <p:sldLayoutId id="2147483863" r:id="rId38"/>
    <p:sldLayoutId id="2147483864" r:id="rId39"/>
    <p:sldLayoutId id="2147483865" r:id="rId40"/>
    <p:sldLayoutId id="2147483866" r:id="rId41"/>
    <p:sldLayoutId id="2147483867" r:id="rId42"/>
    <p:sldLayoutId id="2147483868" r:id="rId43"/>
    <p:sldLayoutId id="2147483869" r:id="rId44"/>
    <p:sldLayoutId id="2147483870" r:id="rId45"/>
    <p:sldLayoutId id="2147483871" r:id="rId46"/>
    <p:sldLayoutId id="2147483872" r:id="rId47"/>
    <p:sldLayoutId id="2147483873" r:id="rId48"/>
    <p:sldLayoutId id="2147483874" r:id="rId49"/>
    <p:sldLayoutId id="2147483875" r:id="rId50"/>
    <p:sldLayoutId id="2147483876" r:id="rId51"/>
    <p:sldLayoutId id="2147483878" r:id="rId52"/>
    <p:sldLayoutId id="2147483879" r:id="rId5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500" b="0" kern="1200" cap="all" spc="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4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400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19.png"/><Relationship Id="rId4" Type="http://schemas.openxmlformats.org/officeDocument/2006/relationships/image" Target="../media/image4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57989-07E4-B482-9F2A-EBF670F7F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350" y="3973286"/>
            <a:ext cx="8904515" cy="2699657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coArchi1</a:t>
            </a:r>
            <a:br>
              <a:rPr lang="en-US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</a:br>
            <a:r>
              <a:rPr lang="en-US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- Collaboration Plugin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CF5F8-0028-8636-5006-5D5C52B327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13975" y="1752600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68D18-116B-3E8C-2F6E-F9AF91A2DDC3}"/>
              </a:ext>
            </a:extLst>
          </p:cNvPr>
          <p:cNvSpPr txBox="1"/>
          <p:nvPr/>
        </p:nvSpPr>
        <p:spPr>
          <a:xfrm>
            <a:off x="0" y="0"/>
            <a:ext cx="1826142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DFC778-90AE-575F-F24B-6EB3E7344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B8BD30-661F-AB61-9CB8-B553545A2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735" y="-311496"/>
            <a:ext cx="7943464" cy="49430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7B8687C-2433-B3CE-C1CB-04281E89D73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54073" y="4964668"/>
            <a:ext cx="24384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831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08CCC-AF8D-A11B-B613-5E236A1DC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A5DA1-C3DE-16A8-B76C-7B9089ED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8904515" cy="1338943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coArchi1 – 0. Introduction</a:t>
            </a:r>
            <a:b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</a:br>
            <a: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- 0.2 </a:t>
            </a:r>
            <a:r>
              <a:rPr lang="en-US" altLang="zh-CN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Archi Test Environments</a:t>
            </a:r>
            <a:endParaRPr lang="en-US" sz="4800" cap="none" dirty="0">
              <a:solidFill>
                <a:schemeClr val="accent2">
                  <a:lumMod val="50000"/>
                </a:schemeClr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68EAE5-06A1-DF06-C966-698F7A041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3156FC-5DCB-FDF8-8D84-377A3033B877}"/>
              </a:ext>
            </a:extLst>
          </p:cNvPr>
          <p:cNvSpPr txBox="1"/>
          <p:nvPr/>
        </p:nvSpPr>
        <p:spPr>
          <a:xfrm>
            <a:off x="0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D5982A-004B-7571-D9D5-E2A8E8F22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C502959-91E8-4333-DA9B-5497716EEA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6141" y="1507028"/>
            <a:ext cx="7927932" cy="50189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6AD995-FEEC-1A85-9F2D-49A3586F27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8570" y="2668906"/>
            <a:ext cx="2645229" cy="264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27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9D0D-3EC3-B01A-34C7-848B8720A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2D924-6780-A5B0-C443-690C89071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8904515" cy="1338943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coArchi1 – 1. Setup &amp; Config</a:t>
            </a:r>
            <a:b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</a:br>
            <a: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- 1.1 </a:t>
            </a:r>
            <a:r>
              <a:rPr lang="en-US" altLang="zh-CN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coArchi1 Setup</a:t>
            </a:r>
            <a:endParaRPr lang="en-US" sz="4800" cap="none" dirty="0">
              <a:solidFill>
                <a:schemeClr val="accent2">
                  <a:lumMod val="50000"/>
                </a:schemeClr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5F99E1-8021-63CB-338D-E9785CBE86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210026-C065-472B-1179-1C7DFEC01874}"/>
              </a:ext>
            </a:extLst>
          </p:cNvPr>
          <p:cNvSpPr txBox="1"/>
          <p:nvPr/>
        </p:nvSpPr>
        <p:spPr>
          <a:xfrm>
            <a:off x="0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AF3A31-A138-B4F0-A55B-B44678E3A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330729-4CB1-6D5E-C2F4-C47321A3FC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5359" y="1398814"/>
            <a:ext cx="7141271" cy="506719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9236F2-3CD4-396B-D9BB-6A9CD8F6BD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687" y="3389194"/>
            <a:ext cx="4164041" cy="30236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1512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94FE1-8E6E-4207-7604-63609C9A8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EF5E4-41E4-EA46-5C5A-5EE80879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8904515" cy="1338943"/>
          </a:xfrm>
        </p:spPr>
        <p:txBody>
          <a:bodyPr anchor="ctr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coArchi1 – 1. Setup &amp; Config</a:t>
            </a:r>
            <a:b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</a:br>
            <a:r>
              <a:rPr lang="en-US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- 1.2 </a:t>
            </a:r>
            <a:r>
              <a:rPr lang="en-US" altLang="zh-CN" sz="4800" cap="none" dirty="0">
                <a:solidFill>
                  <a:schemeClr val="accent2">
                    <a:lumMod val="50000"/>
                  </a:schemeClr>
                </a:solidFill>
                <a:latin typeface="Amasis MT Pro Black" panose="02040A04050005020304" pitchFamily="18" charset="0"/>
              </a:rPr>
              <a:t>coArchi1 Configuration</a:t>
            </a:r>
            <a:endParaRPr lang="en-US" sz="4800" cap="none" dirty="0">
              <a:solidFill>
                <a:schemeClr val="accent2">
                  <a:lumMod val="50000"/>
                </a:schemeClr>
              </a:solidFill>
              <a:latin typeface="Amasis MT Pro Black" panose="02040A040500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D07793-78ED-D091-0002-9A2EF94C65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51522-21F6-DF34-EDE5-8E5028D861F1}"/>
              </a:ext>
            </a:extLst>
          </p:cNvPr>
          <p:cNvSpPr txBox="1"/>
          <p:nvPr/>
        </p:nvSpPr>
        <p:spPr>
          <a:xfrm>
            <a:off x="0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A9E04A-C59A-BA09-DED5-E479BA785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049DEA-F869-62FA-3DDB-1B73BDDC4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231" y="1638607"/>
            <a:ext cx="7481853" cy="47726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2050" name="Picture 2" descr="Premium Vector | Configuration">
            <a:extLst>
              <a:ext uri="{FF2B5EF4-FFF2-40B4-BE49-F238E27FC236}">
                <a16:creationId xmlns:a16="http://schemas.microsoft.com/office/drawing/2014/main" id="{EC24773D-B5BB-998F-8064-E0F227C0F2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1972" y="3515656"/>
            <a:ext cx="2825513" cy="2825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767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A441E-E86A-40D2-FC3C-65EAFF8B9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CF430-3BD1-FE04-657B-1CD6EBAC0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8904515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2. coArchi1 Basics</a:t>
            </a:r>
            <a:br>
              <a:rPr lang="en-US" sz="44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4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- 2.1 How it Works?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7FBE1F-7E24-85E9-23E5-8F69DFFE6E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7DA0A05-2CFA-EFF9-8D7F-552D38CA25E4}"/>
              </a:ext>
            </a:extLst>
          </p:cNvPr>
          <p:cNvSpPr txBox="1"/>
          <p:nvPr/>
        </p:nvSpPr>
        <p:spPr>
          <a:xfrm>
            <a:off x="0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A1525-60B0-A1A7-EAD7-21DC405B3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88266D-2263-35A0-6AC0-B7FCDBAD9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2350" y="1527421"/>
            <a:ext cx="8056659" cy="48172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0F8086-DCC7-A275-0DB5-64F64DC10B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1820" y="4059548"/>
            <a:ext cx="3397945" cy="191134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5522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CCC94-27E5-1D55-1B8B-8FC90EE14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07CF6-E40C-F345-0E34-8D2703DBE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8904515" cy="1338943"/>
          </a:xfr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2. coArchi1 Basics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- 2.2 Key User Interface 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6EE204-8E2C-9180-520F-A9864857B3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FCB9D-B887-D22F-BD12-FF042B99EA75}"/>
              </a:ext>
            </a:extLst>
          </p:cNvPr>
          <p:cNvSpPr txBox="1"/>
          <p:nvPr/>
        </p:nvSpPr>
        <p:spPr>
          <a:xfrm>
            <a:off x="0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BB1977-5452-32E5-406B-8097D30DB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F38747-E1E8-B219-3627-F28E576270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0118" y="1398814"/>
            <a:ext cx="6226363" cy="508319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6F3BD2F-4F46-D3FB-FAF9-90B156ACC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6793" y="3669298"/>
            <a:ext cx="4741666" cy="301843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47795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23988-3B20-85EB-B2BD-77A0A8135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F90CE-A2CD-9447-EAA8-F5E31D0F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8904515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4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2. coArchi1 Basics</a:t>
            </a:r>
            <a:br>
              <a:rPr lang="en-US" sz="44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4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- 2.3 Quick Start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8163CA-9C47-00E8-E7CC-691B45F487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287ADF-5FD7-17D0-EC7A-FA0037FFAE25}"/>
              </a:ext>
            </a:extLst>
          </p:cNvPr>
          <p:cNvSpPr txBox="1"/>
          <p:nvPr/>
        </p:nvSpPr>
        <p:spPr>
          <a:xfrm>
            <a:off x="0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07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C9792B-10C6-D729-57ED-2BC1A173DA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972668-8D3D-2C78-BEBC-2FC10E69A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4380" y="1514173"/>
            <a:ext cx="6955763" cy="512928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5AD7854-24BA-9780-34CD-5A7C7525A3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521" y="3625755"/>
            <a:ext cx="4743086" cy="323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65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2A6889-404A-5687-C7B3-9F630B97B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B4703-D2CE-9E68-20EC-513242299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3. Manage Workspace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- 3.1 Add Local Model to Workspace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653AB-D301-9B6C-5E96-64354F12CD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5077F-F82B-8D99-22A2-B727BDA059AC}"/>
              </a:ext>
            </a:extLst>
          </p:cNvPr>
          <p:cNvSpPr txBox="1"/>
          <p:nvPr/>
        </p:nvSpPr>
        <p:spPr>
          <a:xfrm>
            <a:off x="0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2D280-F60A-F6ED-62FE-1FF799151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4C320F-5DED-8972-AA5D-ECCCA4BEE9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5456" y="1469575"/>
            <a:ext cx="7639732" cy="50313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DD46DA-B3D4-F30A-A539-30442A64C8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9509" y="4498788"/>
            <a:ext cx="4406392" cy="13879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69962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00FC4-5ECB-05BD-2C34-660224764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BAA60-E379-52AB-BE92-81E3192D4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3. Manage Workspace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- 3.2 </a:t>
            </a:r>
            <a:r>
              <a:rPr lang="en-US" altLang="zh-CN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Import a Model</a:t>
            </a:r>
            <a:endParaRPr lang="en-US" sz="4000" b="1" cap="none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C858C-14A4-D069-791E-78A9D32FD4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0D14F5-3ED9-F36B-99A0-7C5823EF7146}"/>
              </a:ext>
            </a:extLst>
          </p:cNvPr>
          <p:cNvSpPr txBox="1"/>
          <p:nvPr/>
        </p:nvSpPr>
        <p:spPr>
          <a:xfrm>
            <a:off x="0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09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54A19D-03A0-2BAE-A25F-40F1B7E10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73F1C5C-0253-B003-CF8B-09FEA7D2AC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8370" y="1569660"/>
            <a:ext cx="7554854" cy="495685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CD394A-5124-DA41-D7DD-45A6CCD25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7313" y="4320725"/>
            <a:ext cx="4620383" cy="14841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3169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0AE5C-2CA0-83EA-2D67-49C9AF5BB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0E753-93D4-94B0-017A-1D35F69F3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3. Manage Workspace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- 3.3 </a:t>
            </a:r>
            <a:r>
              <a:rPr lang="en-US" altLang="zh-CN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Delete a Model</a:t>
            </a:r>
            <a:endParaRPr lang="en-US" sz="4000" b="1" cap="none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6537E1-F7A2-F31C-0E20-EBE02E5706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1CD68-5162-6FE8-4FB9-B76FE12681F5}"/>
              </a:ext>
            </a:extLst>
          </p:cNvPr>
          <p:cNvSpPr txBox="1"/>
          <p:nvPr/>
        </p:nvSpPr>
        <p:spPr>
          <a:xfrm>
            <a:off x="-1" y="0"/>
            <a:ext cx="1826142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18B685-EDB3-3BA4-F909-E692FF26A1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385D8AB-EB23-5364-48B9-6D6B465018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4467" y="1502128"/>
            <a:ext cx="7605109" cy="501543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B5FD70-9CF0-98CD-ECD1-53F79C7A37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834" y="4594321"/>
            <a:ext cx="4930727" cy="15343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51254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C8C92-8A44-4447-E66C-5B7D13E12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7DA96-DE85-5D4A-42E7-65B86976B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4. Manage Changes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- 4.1 Commit or Undo Your Changes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796C5-F38F-846E-DF1E-14FC9E2820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B9724-5E1B-E337-0A9A-842C7A64D873}"/>
              </a:ext>
            </a:extLst>
          </p:cNvPr>
          <p:cNvSpPr txBox="1"/>
          <p:nvPr/>
        </p:nvSpPr>
        <p:spPr>
          <a:xfrm>
            <a:off x="-1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515864-3C7F-9B32-2562-7FD46D90E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49A542-C51A-123D-B269-50FE566A4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6354" y="1470283"/>
            <a:ext cx="7897288" cy="51261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5397148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9CC2E-CA3F-C1F9-F1E6-EDCBAAB85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840C4-26AA-3B92-5060-2370EEFC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4. Manage Changes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- 4.2 Refresh and Publish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F7E1DF-694C-E8FB-7A89-6CC20BD9BF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27896E-BE89-82E0-3E09-337725C234D3}"/>
              </a:ext>
            </a:extLst>
          </p:cNvPr>
          <p:cNvSpPr txBox="1"/>
          <p:nvPr/>
        </p:nvSpPr>
        <p:spPr>
          <a:xfrm>
            <a:off x="-1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F03A4D8-E17F-B5C9-18ED-099D53BCC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637" y="1629406"/>
            <a:ext cx="9544840" cy="44992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5F9CF9-8D8F-96C9-DEEF-F0C0FAA732B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825115" y="1557356"/>
            <a:ext cx="2239248" cy="2223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EBD081-A69F-AEA9-F0C1-E4FE4AD13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72DE46B-9AFD-FFA8-039A-73D2195082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5381" y="4311775"/>
            <a:ext cx="1665036" cy="1086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3F1533-0186-1CA6-C4E6-AE5762800B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6198" y="4698819"/>
            <a:ext cx="2064783" cy="206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412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340C1-E70D-B5FD-9105-D469CE1AB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F432E-5507-6F5D-4F1D-9F13A9725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4. Manage Changes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- 4.3 Change History – Time Machine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D1F0A-AF4A-ED1E-C1E6-16D1A8DDA2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E1458-6E2C-148E-553E-54031BF7062C}"/>
              </a:ext>
            </a:extLst>
          </p:cNvPr>
          <p:cNvSpPr txBox="1"/>
          <p:nvPr/>
        </p:nvSpPr>
        <p:spPr>
          <a:xfrm>
            <a:off x="-1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5353FF-11FA-86AC-4E4D-6EBB71439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D01307D-28EC-8A9C-67B6-C5489825CA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451" y="1514173"/>
            <a:ext cx="7047861" cy="51413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9DD458F-5CB9-9861-56BA-C004C2AFAA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3373" y="2036441"/>
            <a:ext cx="3704817" cy="24698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999474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7B480-1BFF-5043-BB62-3D4F08F06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2C75D-D872-4413-2FC0-B3C8308F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4. Manage Changes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- 4.4 </a:t>
            </a:r>
            <a:r>
              <a:rPr lang="en-US" altLang="zh-CN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Solve Conflicts – Scenario 1</a:t>
            </a:r>
            <a:endParaRPr lang="en-US" sz="4000" b="1" cap="none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9CB708-EADC-EF7C-DD36-5829B8F8AC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94E9B-CE9C-C47A-2C8D-2F60152D244C}"/>
              </a:ext>
            </a:extLst>
          </p:cNvPr>
          <p:cNvSpPr txBox="1"/>
          <p:nvPr/>
        </p:nvSpPr>
        <p:spPr>
          <a:xfrm>
            <a:off x="-1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ACF4D9A-1A91-75AC-B1D0-F11887A92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25" y="1464536"/>
            <a:ext cx="8124509" cy="48766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FAD4A4-9C60-600E-A71E-355194B48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828" y="2201158"/>
            <a:ext cx="2718104" cy="20569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105F56-537D-CB00-9A80-63E458A30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2138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CA9C6-3FE6-2429-22E1-748CA8E92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27F3B-7616-0738-83C5-07CBADDCF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4. Manage Changes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- 4.4 </a:t>
            </a:r>
            <a:r>
              <a:rPr lang="en-US" altLang="zh-CN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Solve Conflicts – Scenario 2</a:t>
            </a:r>
            <a:endParaRPr lang="en-US" sz="4000" b="1" cap="none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FE3BF-EC05-4138-BBA8-53309B4EB9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92FE0C-1068-A9A3-BC28-E3B95F3853C3}"/>
              </a:ext>
            </a:extLst>
          </p:cNvPr>
          <p:cNvSpPr txBox="1"/>
          <p:nvPr/>
        </p:nvSpPr>
        <p:spPr>
          <a:xfrm>
            <a:off x="-1" y="0"/>
            <a:ext cx="1826142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15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127DB3-4D4F-0B8F-458A-D3CF1E8E6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025" y="1464536"/>
            <a:ext cx="8124509" cy="48766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B8DA04-0927-AA2F-4180-966A3ADD5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6828" y="2201158"/>
            <a:ext cx="2718104" cy="20569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AF06C02-AB90-9ED9-7C50-28BD7C1AB5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75946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A9B2A-63DA-B305-10D0-2E177A592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7502F-AB82-5F30-1BB1-FC46CF7C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5. Manage Branches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- 5.1 Create and Delete Branches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6D0BE8-64CD-3E1C-5566-0FCC669CC9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77A22-6316-823F-30FE-8FD4987225D5}"/>
              </a:ext>
            </a:extLst>
          </p:cNvPr>
          <p:cNvSpPr txBox="1"/>
          <p:nvPr/>
        </p:nvSpPr>
        <p:spPr>
          <a:xfrm>
            <a:off x="-1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906929-1031-2841-815E-4EC2D9FA15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881" y="1652839"/>
            <a:ext cx="7878274" cy="45440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C56D2BF-FE25-26EB-32E7-771B5F8BB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19F27F4-1C54-DEAB-CDA0-500A663F0F9A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33076" y="2729552"/>
            <a:ext cx="4863491" cy="1871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5649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6A0C8-51A1-D836-B721-DBC2412B6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6C5E2-1466-A905-4DC2-49B4597CA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5. Manage Branches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- 5.2 Merge Branches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ACEEFC-9AA6-934C-50C2-5EDED99D98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DABAC8-894B-55B1-6DA7-BFC7F514208B}"/>
              </a:ext>
            </a:extLst>
          </p:cNvPr>
          <p:cNvSpPr txBox="1"/>
          <p:nvPr/>
        </p:nvSpPr>
        <p:spPr>
          <a:xfrm>
            <a:off x="-1" y="0"/>
            <a:ext cx="1826142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42D16B-02D0-D464-FE30-BC47B362B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51582C-2D5B-6E64-810A-B9917CECF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9489" y="1627896"/>
            <a:ext cx="8761245" cy="497288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E6F65B-2174-71F4-A27E-237F4F0F3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73526" y="2068286"/>
            <a:ext cx="4012190" cy="20198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45551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AE45-CA3B-C97B-6052-55F6BA0B7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B070D-F0C4-5EFE-62F7-E04ABFFD0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5. Manage Branches</a:t>
            </a:r>
            <a:b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</a:b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- 5.3 Handling Branches in the Team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768932-EB3E-ADBA-8198-A6C459C43F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9E0A43-E85C-9ED9-6D17-E19887561FAB}"/>
              </a:ext>
            </a:extLst>
          </p:cNvPr>
          <p:cNvSpPr txBox="1"/>
          <p:nvPr/>
        </p:nvSpPr>
        <p:spPr>
          <a:xfrm>
            <a:off x="-1" y="0"/>
            <a:ext cx="1826142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18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55CBF1-E2C1-1630-2DD7-F1F9B6858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98797B-6BBB-277D-79A2-3F86A2C10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830" y="1433183"/>
            <a:ext cx="8162955" cy="45991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34AE93D-AD20-1C66-AA73-DA1C2D65E51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6F4"/>
              </a:clrFrom>
              <a:clrTo>
                <a:srgbClr val="F7F6F4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68863" y="1824857"/>
            <a:ext cx="3382194" cy="238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878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4BC53-C5CE-746D-F35B-9C3C41DD6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0ECB6-BA67-3111-E340-D6A9F6608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6. Connection, Authentication &amp; 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455EB-DC57-819A-77B4-A7164EA0DD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793E5-B47B-2864-B114-85DE19CB1D7C}"/>
              </a:ext>
            </a:extLst>
          </p:cNvPr>
          <p:cNvSpPr txBox="1"/>
          <p:nvPr/>
        </p:nvSpPr>
        <p:spPr>
          <a:xfrm>
            <a:off x="-1" y="0"/>
            <a:ext cx="1826142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19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BF5CACA-8B91-FB31-74FB-E3950A1E2A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B2BDEE-3B59-1CF9-0E2D-1C8297721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785" y="1746545"/>
            <a:ext cx="9764488" cy="43821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102877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2D006-0261-154B-D894-18EE2BE55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F9135-6D43-B004-200E-88AA310A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7. Do’s &amp; Don’t and Other Known Issues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709A3-8346-77EB-68A9-9C64C980EA8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4E429-AEFA-87EE-20F1-58D25BBC4675}"/>
              </a:ext>
            </a:extLst>
          </p:cNvPr>
          <p:cNvSpPr txBox="1"/>
          <p:nvPr/>
        </p:nvSpPr>
        <p:spPr>
          <a:xfrm>
            <a:off x="-1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20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A45088-8E1B-449D-FA37-2AB82A235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CCA0290-E022-326E-883E-55AB4396E2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0835" y="1579993"/>
            <a:ext cx="9548165" cy="466799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7301299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24197-34FD-0693-3C98-AE9EF70C5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F2CFB-6B9D-8CCC-E086-25CBCB61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6141" y="729343"/>
            <a:ext cx="9774456" cy="1338943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coArchi1 – </a:t>
            </a:r>
            <a:r>
              <a:rPr lang="en-US" altLang="zh-CN" sz="4000" b="1" cap="none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Summary</a:t>
            </a:r>
            <a:endParaRPr lang="en-US" sz="4000" b="1" cap="none" dirty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69C434-8FEB-E2C5-8D4E-12D228695F7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010118" y="128723"/>
            <a:ext cx="3889939" cy="656107"/>
          </a:xfrm>
        </p:spPr>
        <p:txBody>
          <a:bodyPr anchor="ctr">
            <a:normAutofit fontScale="92500"/>
          </a:bodyPr>
          <a:lstStyle/>
          <a:p>
            <a:r>
              <a:rPr lang="en-US" sz="2800" b="1" dirty="0">
                <a:solidFill>
                  <a:schemeClr val="accent3">
                    <a:lumMod val="25000"/>
                  </a:schemeClr>
                </a:solidFill>
              </a:rPr>
              <a:t>Archi Plug-In Tutorials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1DBCF4-7F78-F5AE-B3BD-155E502A6D00}"/>
              </a:ext>
            </a:extLst>
          </p:cNvPr>
          <p:cNvSpPr txBox="1"/>
          <p:nvPr/>
        </p:nvSpPr>
        <p:spPr>
          <a:xfrm>
            <a:off x="-1" y="0"/>
            <a:ext cx="1826141" cy="156966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E98A3B-9134-58DA-D8A5-A486EECE6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98819"/>
            <a:ext cx="1642350" cy="164235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33E158-6D58-2CEA-0704-125BF4DE5D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542" y="1621951"/>
            <a:ext cx="9910886" cy="45840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9404015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283753-FC45-0E13-DFA7-9F1761831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343" y="499350"/>
            <a:ext cx="10678886" cy="58295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B2E2F6-BC7C-8265-3A43-CC1455E8A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4253" y="499350"/>
            <a:ext cx="2383971" cy="23839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DD99DA-B1D1-ABB8-B914-F652278E477F}"/>
              </a:ext>
            </a:extLst>
          </p:cNvPr>
          <p:cNvSpPr txBox="1"/>
          <p:nvPr/>
        </p:nvSpPr>
        <p:spPr>
          <a:xfrm>
            <a:off x="5152842" y="3539697"/>
            <a:ext cx="1831887" cy="15696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2700229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CF9753-D0C5-BD55-4373-3BAFE403D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429" y="405920"/>
            <a:ext cx="10559142" cy="60461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C533C1-92A3-74A2-282B-5460C22527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5139" y="771493"/>
            <a:ext cx="2383971" cy="23839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DA860B-33FD-0D25-0C82-9F50E00F17AB}"/>
              </a:ext>
            </a:extLst>
          </p:cNvPr>
          <p:cNvSpPr txBox="1"/>
          <p:nvPr/>
        </p:nvSpPr>
        <p:spPr>
          <a:xfrm>
            <a:off x="5163728" y="3811840"/>
            <a:ext cx="1831887" cy="1569660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rial Black" panose="020B0A04020102020204" pitchFamily="34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448334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 Circle">
  <a:themeElements>
    <a:clrScheme name="Custom 2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F0D4DB"/>
      </a:accent1>
      <a:accent2>
        <a:srgbClr val="DBE7F5"/>
      </a:accent2>
      <a:accent3>
        <a:srgbClr val="C9E2D6"/>
      </a:accent3>
      <a:accent4>
        <a:srgbClr val="BABAD6"/>
      </a:accent4>
      <a:accent5>
        <a:srgbClr val="F0D2BF"/>
      </a:accent5>
      <a:accent6>
        <a:srgbClr val="F3E49A"/>
      </a:accent6>
      <a:hlink>
        <a:srgbClr val="7030A0"/>
      </a:hlink>
      <a:folHlink>
        <a:srgbClr val="107573"/>
      </a:folHlink>
    </a:clrScheme>
    <a:fontScheme name="Custom 10">
      <a:majorFont>
        <a:latin typeface="Lora"/>
        <a:ea typeface=""/>
        <a:cs typeface=""/>
      </a:majorFont>
      <a:minorFont>
        <a:latin typeface="Poppi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 Circle_Keynote Presentation_win32_LW_V6" id="{670309C8-2C38-4CFF-82BA-AF197439C521}" vid="{43F42362-DC95-4CBA-A0A2-5C03B532E6C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71af3243-3dd4-4a8d-8c0d-dd76da1f02a5"/>
    <ds:schemaRef ds:uri="http://schemas.microsoft.com/sharepoint/v3"/>
    <ds:schemaRef ds:uri="http://schemas.microsoft.com/office/2006/metadata/properties"/>
    <ds:schemaRef ds:uri="http://schemas.openxmlformats.org/package/2006/metadata/core-properties"/>
    <ds:schemaRef ds:uri="230e9df3-be65-4c73-a93b-d1236ebd677e"/>
    <ds:schemaRef ds:uri="16c05727-aa75-4e4a-9b5f-8a80a1165891"/>
  </ds:schemaRefs>
</ds:datastoreItem>
</file>

<file path=customXml/itemProps2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Gradient aura keynote presentation</Template>
  <TotalTime>7445</TotalTime>
  <Words>350</Words>
  <Application>Microsoft Office PowerPoint</Application>
  <PresentationFormat>Widescreen</PresentationFormat>
  <Paragraphs>85</Paragraphs>
  <Slides>23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Amasis MT Pro Black</vt:lpstr>
      <vt:lpstr>Aptos</vt:lpstr>
      <vt:lpstr>Arial</vt:lpstr>
      <vt:lpstr>Arial Black</vt:lpstr>
      <vt:lpstr>Arial Rounded MT Bold</vt:lpstr>
      <vt:lpstr>Lora</vt:lpstr>
      <vt:lpstr>Playfair Display Black</vt:lpstr>
      <vt:lpstr>Poppins Light</vt:lpstr>
      <vt:lpstr>Gradient Circle</vt:lpstr>
      <vt:lpstr>coArchi1 - Collaboration Plugin</vt:lpstr>
      <vt:lpstr>coArchi1 – 0. Introduction - 0.2 Archi Test Environments</vt:lpstr>
      <vt:lpstr>coArchi1 – 1. Setup &amp; Config - 1.1 coArchi1 Setup</vt:lpstr>
      <vt:lpstr>coArchi1 – 1. Setup &amp; Config - 1.2 coArchi1 Configuration</vt:lpstr>
      <vt:lpstr>coArchi1 – 2. coArchi1 Basics - 2.1 How it Works?</vt:lpstr>
      <vt:lpstr>coArchi1 – 2. coArchi1 Basics - 2.2 Key User Interface Elements</vt:lpstr>
      <vt:lpstr>coArchi1 – 2. coArchi1 Basics - 2.3 Quick Start</vt:lpstr>
      <vt:lpstr>coArchi1 – 3. Manage Workspace - 3.1 Add Local Model to Workspace</vt:lpstr>
      <vt:lpstr>coArchi1 – 3. Manage Workspace - 3.2 Import a Model</vt:lpstr>
      <vt:lpstr>coArchi1 – 3. Manage Workspace - 3.3 Delete a Model</vt:lpstr>
      <vt:lpstr>coArchi1 – 4. Manage Changes - 4.1 Commit or Undo Your Changes</vt:lpstr>
      <vt:lpstr>coArchi1 – 4. Manage Changes - 4.2 Refresh and Publish</vt:lpstr>
      <vt:lpstr>coArchi1 – 4. Manage Changes - 4.3 Change History – Time Machine</vt:lpstr>
      <vt:lpstr>coArchi1 – 4. Manage Changes - 4.4 Solve Conflicts – Scenario 1</vt:lpstr>
      <vt:lpstr>coArchi1 – 4. Manage Changes - 4.4 Solve Conflicts – Scenario 2</vt:lpstr>
      <vt:lpstr>coArchi1 – 5. Manage Branches - 5.1 Create and Delete Branches</vt:lpstr>
      <vt:lpstr>coArchi1 – 5. Manage Branches - 5.2 Merge Branches</vt:lpstr>
      <vt:lpstr>coArchi1 – 5. Manage Branches - 5.3 Handling Branches in the Team</vt:lpstr>
      <vt:lpstr>coArchi1 – 6. Connection, Authentication &amp; Security</vt:lpstr>
      <vt:lpstr>coArchi1 – 7. Do’s &amp; Don’t and Other Known Issues</vt:lpstr>
      <vt:lpstr>coArchi1 – Summary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27</cp:revision>
  <dcterms:created xsi:type="dcterms:W3CDTF">2026-03-01T02:15:44Z</dcterms:created>
  <dcterms:modified xsi:type="dcterms:W3CDTF">2026-03-06T06:22:36Z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MSIP_Label_19540963-e559-4020-8a90-fe8a502c2801_Enabled">
    <vt:lpwstr>true</vt:lpwstr>
  </property>
  <property fmtid="{D5CDD505-2E9C-101B-9397-08002B2CF9AE}" pid="5" name="MSIP_Label_19540963-e559-4020-8a90-fe8a502c2801_SetDate">
    <vt:lpwstr>2026-03-01T02:17:33Z</vt:lpwstr>
  </property>
  <property fmtid="{D5CDD505-2E9C-101B-9397-08002B2CF9AE}" pid="6" name="MSIP_Label_19540963-e559-4020-8a90-fe8a502c2801_Method">
    <vt:lpwstr>Standard</vt:lpwstr>
  </property>
  <property fmtid="{D5CDD505-2E9C-101B-9397-08002B2CF9AE}" pid="7" name="MSIP_Label_19540963-e559-4020-8a90-fe8a502c2801_Name">
    <vt:lpwstr>19540963-e559-4020-8a90-fe8a502c2801</vt:lpwstr>
  </property>
  <property fmtid="{D5CDD505-2E9C-101B-9397-08002B2CF9AE}" pid="8" name="MSIP_Label_19540963-e559-4020-8a90-fe8a502c2801_SiteId">
    <vt:lpwstr>f25493ae-1c98-41d7-8a33-0be75f5fe603</vt:lpwstr>
  </property>
  <property fmtid="{D5CDD505-2E9C-101B-9397-08002B2CF9AE}" pid="9" name="MSIP_Label_19540963-e559-4020-8a90-fe8a502c2801_ActionId">
    <vt:lpwstr>7044ac8d-7ddd-43a7-b0a4-31aa7a0b7453</vt:lpwstr>
  </property>
  <property fmtid="{D5CDD505-2E9C-101B-9397-08002B2CF9AE}" pid="10" name="MSIP_Label_19540963-e559-4020-8a90-fe8a502c2801_ContentBits">
    <vt:lpwstr>0</vt:lpwstr>
  </property>
  <property fmtid="{D5CDD505-2E9C-101B-9397-08002B2CF9AE}" pid="11" name="MSIP_Label_19540963-e559-4020-8a90-fe8a502c2801_Tag">
    <vt:lpwstr>10, 3, 0, 1</vt:lpwstr>
  </property>
</Properties>
</file>