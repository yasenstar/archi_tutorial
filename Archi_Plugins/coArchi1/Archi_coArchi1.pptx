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22"/>
  </p:notesMasterIdLst>
  <p:handoutMasterIdLst>
    <p:handoutMasterId r:id="rId23"/>
  </p:handoutMasterIdLst>
  <p:sldIdLst>
    <p:sldId id="1497" r:id="rId5"/>
    <p:sldId id="1499" r:id="rId6"/>
    <p:sldId id="1500" r:id="rId7"/>
    <p:sldId id="1501" r:id="rId8"/>
    <p:sldId id="1502" r:id="rId9"/>
    <p:sldId id="1503" r:id="rId10"/>
    <p:sldId id="1504" r:id="rId11"/>
    <p:sldId id="1505" r:id="rId12"/>
    <p:sldId id="1506" r:id="rId13"/>
    <p:sldId id="1507" r:id="rId14"/>
    <p:sldId id="1508" r:id="rId15"/>
    <p:sldId id="1509" r:id="rId16"/>
    <p:sldId id="1511" r:id="rId17"/>
    <p:sldId id="1510" r:id="rId18"/>
    <p:sldId id="1512" r:id="rId19"/>
    <p:sldId id="1498" r:id="rId20"/>
    <p:sldId id="1513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0" id="{EAF176B5-7337-43AD-A844-EF5B7234B53F}">
          <p14:sldIdLst>
            <p14:sldId id="1497"/>
            <p14:sldId id="1499"/>
          </p14:sldIdLst>
        </p14:section>
        <p14:section name="ch1" id="{5D79078A-DD3D-40B0-BCCF-E00B4EAEAA24}">
          <p14:sldIdLst>
            <p14:sldId id="1500"/>
            <p14:sldId id="1501"/>
          </p14:sldIdLst>
        </p14:section>
        <p14:section name="ch2" id="{CF88DBCB-4CE8-4854-9F96-85140BBBB022}">
          <p14:sldIdLst>
            <p14:sldId id="1502"/>
            <p14:sldId id="1503"/>
            <p14:sldId id="1504"/>
          </p14:sldIdLst>
        </p14:section>
        <p14:section name="ch3" id="{A31AA2FF-5D4E-492C-A508-5CFD30D52128}">
          <p14:sldIdLst>
            <p14:sldId id="1505"/>
            <p14:sldId id="1506"/>
            <p14:sldId id="1507"/>
          </p14:sldIdLst>
        </p14:section>
        <p14:section name="ch4" id="{38C85E6F-749F-4304-BC0F-E047EA982CC2}">
          <p14:sldIdLst>
            <p14:sldId id="1508"/>
            <p14:sldId id="1509"/>
            <p14:sldId id="1511"/>
            <p14:sldId id="1510"/>
            <p14:sldId id="1512"/>
          </p14:sldIdLst>
        </p14:section>
        <p14:section name="cover" id="{0FC9970D-441B-4529-A112-2EB09CC4E608}">
          <p14:sldIdLst>
            <p14:sldId id="1498"/>
            <p14:sldId id="151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0079" autoAdjust="0"/>
  </p:normalViewPr>
  <p:slideViewPr>
    <p:cSldViewPr snapToGrid="0">
      <p:cViewPr varScale="1">
        <p:scale>
          <a:sx n="88" d="100"/>
          <a:sy n="88" d="100"/>
        </p:scale>
        <p:origin x="127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814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4E0B-8AD0-25BA-3881-25111A788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4DD72B-958B-4B58-3343-8AF89BCF3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C3C57-A450-9211-F32A-45A5DC376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DB9F8-B291-C3A0-3A8C-C3A44D791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647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FD10-12D6-1107-7BBC-942710CF3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75FFE-1C74-1141-211E-7BD221A0C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BB3AA-DDF5-E60E-7A95-ADF0AED81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33A96-84B2-4AED-D215-B7B59412D4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159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85C3E-46F6-4231-A8B2-BBA3DD00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E8E5A-EC3C-B69C-50C4-5FEA73C88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DACD0-CE05-5960-A3D4-74A62E9B9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9FB4E-EC97-075E-47FA-A881318F4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056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285BC-3B29-5887-AA54-E97BA2AB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D4D988-6C51-5E87-12EE-74BB583EE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2D920-2EB5-A38B-6F09-E6ED8670B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8C613-4EF1-2D45-3D3D-5460D8CA0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5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C6D8-3A2C-6D85-71EE-B014C296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CFEF7-7F8D-0264-9BFD-8D755F648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03C5E-3B08-CE50-D20A-15A51C695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28CDF-1507-5675-AEA5-F7DBD0034A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743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CA3CC-40B2-4644-5F17-07D881759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FE528-690F-9657-3BFE-79386C2CC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BE2CC5-6468-6C84-D9EA-FF860F766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D106A-D58C-C8BC-6131-CB8AB18EA0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1958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650FC-7A79-645E-81FD-CC5BD8AC9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591E9D-1B29-201F-3778-F7F3330C1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C6A4E-4A41-5F3E-75C8-91A9BB08D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42A29-9081-3E1B-152B-17FD3A29C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552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781C-D61C-ACAF-4A8A-80D16BE43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B94AD-7AA6-197E-89DF-3CAB819DF2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A2B7E-7E83-10F4-A990-B35B226BD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B55CA-A4AE-0CE0-E3E7-00591513F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2457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1CF2D-1A14-0A18-DBD4-266C6EE49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D109DF-D5B7-1DA0-0E63-1540430D2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00E19-BC13-1507-00A2-955A71028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8C6DD-DC0D-FE0D-7D25-073FEBC813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4002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603A5-758E-B0D4-C7CB-19B6F4BD1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374515-6339-53F8-ACB3-E1D6E2C68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EA827B-F288-333A-BC1D-3D02B76AF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64C06-6E73-6487-661E-8C6D939D1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61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650EF-02CC-9FF3-4781-3CC6E2357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C2DC01-409F-64F2-01A0-6DCEF49FD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78538F-9EAA-E8D3-8C36-4781F0352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BDDB8-8A09-8EB0-53F6-E75567827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5184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555E9-F700-2B2B-44F0-0EC8CA8C5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14BF6B-4D94-A2DC-27D0-ABCDF1443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9F56D2-9B10-E428-F469-5998407BA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C5F6E0-41D3-C687-CE51-F0A60F1C1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5781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F675D-E006-7A04-9B36-5BAF03A03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2D794E-F2F5-7A7B-426F-CD31008497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65618-5682-EFC4-13C2-A5E1E3AC0B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B9208-7ED6-F022-04F3-76C5C5FBD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04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FC0FA77-D157-35E3-0B4D-11C0F67E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D55EDDF-CA01-E393-D8E9-0618A68B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AFD1BB6C-22F1-3135-9434-A294C25C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52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4B1540E-CB71-48F2-BE70-F5CE056CFE1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5D4B22-4D6B-3463-9517-CEFA7D2A6E7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77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3850" y="907302"/>
            <a:ext cx="4222117" cy="3697488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3850" y="4731335"/>
            <a:ext cx="4222117" cy="1219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190545-F7D8-0D1C-1BCC-C670CFFE0C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6226810" cy="6190488"/>
          </a:xfrm>
          <a:custGeom>
            <a:avLst/>
            <a:gdLst>
              <a:gd name="connsiteX0" fmla="*/ 186643 w 6226810"/>
              <a:gd name="connsiteY0" fmla="*/ 0 h 6190488"/>
              <a:gd name="connsiteX1" fmla="*/ 6226810 w 6226810"/>
              <a:gd name="connsiteY1" fmla="*/ 0 h 6190488"/>
              <a:gd name="connsiteX2" fmla="*/ 6226810 w 6226810"/>
              <a:gd name="connsiteY2" fmla="*/ 6190488 h 6190488"/>
              <a:gd name="connsiteX3" fmla="*/ 186643 w 6226810"/>
              <a:gd name="connsiteY3" fmla="*/ 6190488 h 6190488"/>
              <a:gd name="connsiteX4" fmla="*/ 0 w 6226810"/>
              <a:gd name="connsiteY4" fmla="*/ 6003845 h 6190488"/>
              <a:gd name="connsiteX5" fmla="*/ 0 w 6226810"/>
              <a:gd name="connsiteY5" fmla="*/ 186643 h 6190488"/>
              <a:gd name="connsiteX6" fmla="*/ 186643 w 622681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26810" h="6190488">
                <a:moveTo>
                  <a:pt x="186643" y="0"/>
                </a:moveTo>
                <a:lnTo>
                  <a:pt x="6226810" y="0"/>
                </a:lnTo>
                <a:lnTo>
                  <a:pt x="622681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529916"/>
            <a:ext cx="170762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54E9985-91B3-42C8-B8D8-B565E04A5E5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DF5215-34B8-BE6B-A816-58B2F37B1D5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716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9537" y="905256"/>
            <a:ext cx="4206240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77B7186-FB14-CA62-FE96-5476125CC1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333756"/>
            <a:ext cx="6237732" cy="6190488"/>
          </a:xfrm>
          <a:custGeom>
            <a:avLst/>
            <a:gdLst>
              <a:gd name="connsiteX0" fmla="*/ 0 w 6237732"/>
              <a:gd name="connsiteY0" fmla="*/ 0 h 6190488"/>
              <a:gd name="connsiteX1" fmla="*/ 6051089 w 6237732"/>
              <a:gd name="connsiteY1" fmla="*/ 0 h 6190488"/>
              <a:gd name="connsiteX2" fmla="*/ 6237732 w 6237732"/>
              <a:gd name="connsiteY2" fmla="*/ 186643 h 6190488"/>
              <a:gd name="connsiteX3" fmla="*/ 6237732 w 6237732"/>
              <a:gd name="connsiteY3" fmla="*/ 6003845 h 6190488"/>
              <a:gd name="connsiteX4" fmla="*/ 6051089 w 6237732"/>
              <a:gd name="connsiteY4" fmla="*/ 6190488 h 6190488"/>
              <a:gd name="connsiteX5" fmla="*/ 0 w 6237732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37732" h="6190488">
                <a:moveTo>
                  <a:pt x="0" y="0"/>
                </a:moveTo>
                <a:lnTo>
                  <a:pt x="6051089" y="0"/>
                </a:lnTo>
                <a:cubicBezTo>
                  <a:pt x="6154169" y="0"/>
                  <a:pt x="6237732" y="83563"/>
                  <a:pt x="6237732" y="186643"/>
                </a:cubicBezTo>
                <a:lnTo>
                  <a:pt x="6237732" y="6003845"/>
                </a:lnTo>
                <a:cubicBezTo>
                  <a:pt x="6237732" y="6106925"/>
                  <a:pt x="6154169" y="6190488"/>
                  <a:pt x="6051089" y="6190488"/>
                </a:cubicBezTo>
                <a:lnTo>
                  <a:pt x="0" y="6190488"/>
                </a:ln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47133" y="6529916"/>
            <a:ext cx="1951777" cy="328084"/>
          </a:xfrm>
          <a:prstGeom prst="rect">
            <a:avLst/>
          </a:prstGeom>
        </p:spPr>
        <p:txBody>
          <a:bodyPr/>
          <a:lstStyle/>
          <a:p>
            <a:fld id="{B4AA5E08-0B46-4D4C-9A1D-1895CC169C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80928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636569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AE6C76-D3EE-C74F-F49E-97F6141F5D1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06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703F4AEB-E597-882F-3A69-A923B8DED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57"/>
          <a:stretch/>
        </p:blipFill>
        <p:spPr>
          <a:xfrm>
            <a:off x="398705" y="0"/>
            <a:ext cx="5697291" cy="5021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b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017" y="4349578"/>
            <a:ext cx="6821182" cy="138472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04512D9-A095-4355-9551-356CB2C0D09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5621C6-56CB-3166-B017-50A927415F64}"/>
              </a:ext>
            </a:extLst>
          </p:cNvPr>
          <p:cNvCxnSpPr>
            <a:cxnSpLocks/>
          </p:cNvCxnSpPr>
          <p:nvPr/>
        </p:nvCxnSpPr>
        <p:spPr>
          <a:xfrm>
            <a:off x="637839" y="4236969"/>
            <a:ext cx="0" cy="13847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972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2AE2374-EA36-E826-C9F3-73CD3978F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8" b="47295"/>
          <a:stretch/>
        </p:blipFill>
        <p:spPr>
          <a:xfrm>
            <a:off x="3701142" y="2068286"/>
            <a:ext cx="8490855" cy="478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323" y="4617138"/>
            <a:ext cx="6853511" cy="10149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ED07DE6-50D5-4B21-9405-DD62C0D4DC6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B0C21-F380-74EA-96A8-0858FD0075A4}"/>
              </a:ext>
            </a:extLst>
          </p:cNvPr>
          <p:cNvCxnSpPr>
            <a:cxnSpLocks/>
          </p:cNvCxnSpPr>
          <p:nvPr/>
        </p:nvCxnSpPr>
        <p:spPr>
          <a:xfrm>
            <a:off x="755780" y="4492300"/>
            <a:ext cx="0" cy="1129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124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17639-19C5-F877-6AAE-FF488C793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615" y="905615"/>
            <a:ext cx="5046770" cy="5046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3888" y="1427162"/>
            <a:ext cx="9484224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14850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8E66873-82AB-4D6B-96C7-8222581A9F4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36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02"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B3EB36B-144D-A648-1BD5-DBEDDC79D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8" b="16685"/>
          <a:stretch/>
        </p:blipFill>
        <p:spPr>
          <a:xfrm>
            <a:off x="0" y="2754087"/>
            <a:ext cx="4325917" cy="410391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2BD543F-D939-A8C7-FAFA-B555B276D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6DBE5D1-8623-4EBC-BE64-F118A957A6D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126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05" b="19272"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75827B4-FD33-43BF-9F9D-5FEB6B504CD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6C507B-B242-4119-B1FF-3014636CAB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  <a:custGeom>
            <a:avLst/>
            <a:gdLst>
              <a:gd name="connsiteX0" fmla="*/ 186643 w 5740908"/>
              <a:gd name="connsiteY0" fmla="*/ 0 h 6190488"/>
              <a:gd name="connsiteX1" fmla="*/ 5740908 w 5740908"/>
              <a:gd name="connsiteY1" fmla="*/ 0 h 6190488"/>
              <a:gd name="connsiteX2" fmla="*/ 5740908 w 5740908"/>
              <a:gd name="connsiteY2" fmla="*/ 6190488 h 6190488"/>
              <a:gd name="connsiteX3" fmla="*/ 186643 w 5740908"/>
              <a:gd name="connsiteY3" fmla="*/ 6190488 h 6190488"/>
              <a:gd name="connsiteX4" fmla="*/ 0 w 5740908"/>
              <a:gd name="connsiteY4" fmla="*/ 6003845 h 6190488"/>
              <a:gd name="connsiteX5" fmla="*/ 0 w 5740908"/>
              <a:gd name="connsiteY5" fmla="*/ 186643 h 6190488"/>
              <a:gd name="connsiteX6" fmla="*/ 186643 w 5740908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40908" h="6190488">
                <a:moveTo>
                  <a:pt x="186643" y="0"/>
                </a:moveTo>
                <a:lnTo>
                  <a:pt x="5740908" y="0"/>
                </a:lnTo>
                <a:lnTo>
                  <a:pt x="5740908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14901" y="2825496"/>
            <a:ext cx="4700219" cy="3125201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68DD83C-D23D-6D82-F95D-3B845F07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AE25BD38-48AE-AB7F-6C54-5CB028645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6A02DBF-D88B-3129-23EF-1ECA5400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855E23-77DB-A52C-BC0E-EF3C3F4A95C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2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B13B15A-B652-48F5-A365-F1C590938A4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59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BA0B4E8-F389-4DD5-B3EC-37E88D1AD7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29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942A636-76C4-4EB1-A2CC-2ABF54421FE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824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95B423A5-C243-487B-A652-39F00748165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26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430AD89-C002-420D-B2A6-406343AFF05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5832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4BC6E8D4-25D1-4A44-BB87-23C6E7F03C9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1705" y="927238"/>
            <a:ext cx="602489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62C8996-C286-B245-2F06-E6E33F9907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4435746" cy="6190488"/>
          </a:xfrm>
          <a:custGeom>
            <a:avLst/>
            <a:gdLst>
              <a:gd name="connsiteX0" fmla="*/ 186643 w 4435746"/>
              <a:gd name="connsiteY0" fmla="*/ 0 h 6190488"/>
              <a:gd name="connsiteX1" fmla="*/ 4435746 w 4435746"/>
              <a:gd name="connsiteY1" fmla="*/ 0 h 6190488"/>
              <a:gd name="connsiteX2" fmla="*/ 4435746 w 4435746"/>
              <a:gd name="connsiteY2" fmla="*/ 6190488 h 6190488"/>
              <a:gd name="connsiteX3" fmla="*/ 186643 w 4435746"/>
              <a:gd name="connsiteY3" fmla="*/ 6190488 h 6190488"/>
              <a:gd name="connsiteX4" fmla="*/ 0 w 4435746"/>
              <a:gd name="connsiteY4" fmla="*/ 6003845 h 6190488"/>
              <a:gd name="connsiteX5" fmla="*/ 0 w 4435746"/>
              <a:gd name="connsiteY5" fmla="*/ 186643 h 6190488"/>
              <a:gd name="connsiteX6" fmla="*/ 186643 w 4435746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35746" h="6190488">
                <a:moveTo>
                  <a:pt x="186643" y="0"/>
                </a:moveTo>
                <a:lnTo>
                  <a:pt x="4435746" y="0"/>
                </a:lnTo>
                <a:lnTo>
                  <a:pt x="4435746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21704" y="2204566"/>
            <a:ext cx="6004263" cy="3766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21704" y="6529914"/>
            <a:ext cx="3554817" cy="328085"/>
          </a:xfrm>
          <a:prstGeom prst="rect">
            <a:avLst/>
          </a:prstGeom>
        </p:spPr>
        <p:txBody>
          <a:bodyPr/>
          <a:lstStyle/>
          <a:p>
            <a:fld id="{78F868A0-EF2B-4F3B-A196-0BED120457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886564-48A7-D356-B519-1753B487C99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843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B0EB951-12A5-039B-D658-D0E726B238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5"/>
          </a:xfrm>
          <a:prstGeom prst="rect">
            <a:avLst/>
          </a:prstGeom>
        </p:spPr>
        <p:txBody>
          <a:bodyPr/>
          <a:lstStyle/>
          <a:p>
            <a:fld id="{3D127003-26EA-4E29-A915-6163B9A3B02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D8B4C-3B70-7229-7BC1-2CA7F422854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90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995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00EEA7-B56C-0FE1-DD57-6EA7683167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3665220" cy="6190488"/>
          </a:xfrm>
          <a:custGeom>
            <a:avLst/>
            <a:gdLst>
              <a:gd name="connsiteX0" fmla="*/ 186643 w 3665220"/>
              <a:gd name="connsiteY0" fmla="*/ 0 h 6190488"/>
              <a:gd name="connsiteX1" fmla="*/ 3665220 w 3665220"/>
              <a:gd name="connsiteY1" fmla="*/ 0 h 6190488"/>
              <a:gd name="connsiteX2" fmla="*/ 3665220 w 3665220"/>
              <a:gd name="connsiteY2" fmla="*/ 6190488 h 6190488"/>
              <a:gd name="connsiteX3" fmla="*/ 186643 w 3665220"/>
              <a:gd name="connsiteY3" fmla="*/ 6190488 h 6190488"/>
              <a:gd name="connsiteX4" fmla="*/ 0 w 3665220"/>
              <a:gd name="connsiteY4" fmla="*/ 6003845 h 6190488"/>
              <a:gd name="connsiteX5" fmla="*/ 0 w 3665220"/>
              <a:gd name="connsiteY5" fmla="*/ 186643 h 6190488"/>
              <a:gd name="connsiteX6" fmla="*/ 186643 w 366522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65220" h="6190488">
                <a:moveTo>
                  <a:pt x="186643" y="0"/>
                </a:moveTo>
                <a:lnTo>
                  <a:pt x="3665220" y="0"/>
                </a:lnTo>
                <a:lnTo>
                  <a:pt x="366522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2499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529916"/>
            <a:ext cx="3494314" cy="328084"/>
          </a:xfrm>
          <a:prstGeom prst="rect">
            <a:avLst/>
          </a:prstGeom>
        </p:spPr>
        <p:txBody>
          <a:bodyPr/>
          <a:lstStyle/>
          <a:p>
            <a:fld id="{FC8398B2-10D9-44F6-A6BD-93FBB0F2ED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F2155E-50E7-C260-4CB2-28DE7F08650E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8243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99AA6AA-9FAC-AA42-597B-AAAAEDA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5F8572EB-0F19-5157-1262-D70FB246A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B842C4E-40FF-AB86-90DD-9230239CDA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333756"/>
            <a:ext cx="3742128" cy="6190488"/>
          </a:xfrm>
          <a:custGeom>
            <a:avLst/>
            <a:gdLst>
              <a:gd name="connsiteX0" fmla="*/ 0 w 3742128"/>
              <a:gd name="connsiteY0" fmla="*/ 0 h 6190488"/>
              <a:gd name="connsiteX1" fmla="*/ 3555485 w 3742128"/>
              <a:gd name="connsiteY1" fmla="*/ 0 h 6190488"/>
              <a:gd name="connsiteX2" fmla="*/ 3742128 w 3742128"/>
              <a:gd name="connsiteY2" fmla="*/ 186643 h 6190488"/>
              <a:gd name="connsiteX3" fmla="*/ 3742128 w 3742128"/>
              <a:gd name="connsiteY3" fmla="*/ 6003845 h 6190488"/>
              <a:gd name="connsiteX4" fmla="*/ 3555485 w 3742128"/>
              <a:gd name="connsiteY4" fmla="*/ 6190488 h 6190488"/>
              <a:gd name="connsiteX5" fmla="*/ 0 w 3742128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2128" h="6190488">
                <a:moveTo>
                  <a:pt x="0" y="0"/>
                </a:moveTo>
                <a:lnTo>
                  <a:pt x="3555485" y="0"/>
                </a:lnTo>
                <a:cubicBezTo>
                  <a:pt x="3658565" y="0"/>
                  <a:pt x="3742128" y="83563"/>
                  <a:pt x="3742128" y="186643"/>
                </a:cubicBezTo>
                <a:lnTo>
                  <a:pt x="3742128" y="6003845"/>
                </a:lnTo>
                <a:cubicBezTo>
                  <a:pt x="3742128" y="6106925"/>
                  <a:pt x="3658565" y="6190488"/>
                  <a:pt x="3555485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CAE8F83-67FA-404A-B769-CAB4959C0FA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5E0701-D961-E590-72A4-CFE60A942FB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87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35B410A-8F1F-C41B-C2EA-3ADD36BB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972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675BA77-EBBB-9336-6E26-E6A278DEC6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6253369" cy="6190488"/>
          </a:xfrm>
          <a:custGeom>
            <a:avLst/>
            <a:gdLst>
              <a:gd name="connsiteX0" fmla="*/ 186643 w 6253369"/>
              <a:gd name="connsiteY0" fmla="*/ 0 h 6190488"/>
              <a:gd name="connsiteX1" fmla="*/ 6253369 w 6253369"/>
              <a:gd name="connsiteY1" fmla="*/ 0 h 6190488"/>
              <a:gd name="connsiteX2" fmla="*/ 6253369 w 6253369"/>
              <a:gd name="connsiteY2" fmla="*/ 6190488 h 6190488"/>
              <a:gd name="connsiteX3" fmla="*/ 186643 w 6253369"/>
              <a:gd name="connsiteY3" fmla="*/ 6190488 h 6190488"/>
              <a:gd name="connsiteX4" fmla="*/ 0 w 6253369"/>
              <a:gd name="connsiteY4" fmla="*/ 6003845 h 6190488"/>
              <a:gd name="connsiteX5" fmla="*/ 0 w 6253369"/>
              <a:gd name="connsiteY5" fmla="*/ 186643 h 6190488"/>
              <a:gd name="connsiteX6" fmla="*/ 186643 w 6253369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3369" h="6190488">
                <a:moveTo>
                  <a:pt x="186643" y="0"/>
                </a:moveTo>
                <a:lnTo>
                  <a:pt x="6253369" y="0"/>
                </a:lnTo>
                <a:lnTo>
                  <a:pt x="6253369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CFD057C1-E5F9-48C1-C100-98561B816A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53972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9C6C39-F32F-7B92-4B04-DE603E8CAB22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4192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6B2973-B39B-795B-C998-BD99945AC58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231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D06E528-2C9F-FF0A-C704-D5311E88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554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AE6960-1685-F3C4-C297-F7D9C123BDA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956" y="338328"/>
            <a:ext cx="6129344" cy="6181344"/>
          </a:xfrm>
          <a:custGeom>
            <a:avLst/>
            <a:gdLst>
              <a:gd name="connsiteX0" fmla="*/ 186368 w 6129344"/>
              <a:gd name="connsiteY0" fmla="*/ 0 h 6181344"/>
              <a:gd name="connsiteX1" fmla="*/ 6129344 w 6129344"/>
              <a:gd name="connsiteY1" fmla="*/ 0 h 6181344"/>
              <a:gd name="connsiteX2" fmla="*/ 6129344 w 6129344"/>
              <a:gd name="connsiteY2" fmla="*/ 6181344 h 6181344"/>
              <a:gd name="connsiteX3" fmla="*/ 186368 w 6129344"/>
              <a:gd name="connsiteY3" fmla="*/ 6181344 h 6181344"/>
              <a:gd name="connsiteX4" fmla="*/ 0 w 6129344"/>
              <a:gd name="connsiteY4" fmla="*/ 5994976 h 6181344"/>
              <a:gd name="connsiteX5" fmla="*/ 0 w 6129344"/>
              <a:gd name="connsiteY5" fmla="*/ 186368 h 6181344"/>
              <a:gd name="connsiteX6" fmla="*/ 186368 w 6129344"/>
              <a:gd name="connsiteY6" fmla="*/ 0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29344" h="6181344">
                <a:moveTo>
                  <a:pt x="186368" y="0"/>
                </a:moveTo>
                <a:lnTo>
                  <a:pt x="6129344" y="0"/>
                </a:lnTo>
                <a:lnTo>
                  <a:pt x="6129344" y="6181344"/>
                </a:lnTo>
                <a:lnTo>
                  <a:pt x="186368" y="6181344"/>
                </a:lnTo>
                <a:cubicBezTo>
                  <a:pt x="83440" y="6181344"/>
                  <a:pt x="0" y="6097904"/>
                  <a:pt x="0" y="5994976"/>
                </a:cubicBezTo>
                <a:lnTo>
                  <a:pt x="0" y="186368"/>
                </a:lnTo>
                <a:cubicBezTo>
                  <a:pt x="0" y="83440"/>
                  <a:pt x="83440" y="0"/>
                  <a:pt x="186368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131C32E-547E-EA2F-5C03-0FE1064595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2554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529916"/>
            <a:ext cx="177202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DA120D7-D319-4C08-8AC1-3F29C25825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BCC467-E248-3764-B263-C14CD99457D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E3331A2-CF3B-E998-CF70-4A75C30A9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333756"/>
            <a:ext cx="5916140" cy="6190488"/>
          </a:xfrm>
          <a:custGeom>
            <a:avLst/>
            <a:gdLst>
              <a:gd name="connsiteX0" fmla="*/ 0 w 5916140"/>
              <a:gd name="connsiteY0" fmla="*/ 0 h 6190488"/>
              <a:gd name="connsiteX1" fmla="*/ 5729497 w 5916140"/>
              <a:gd name="connsiteY1" fmla="*/ 0 h 6190488"/>
              <a:gd name="connsiteX2" fmla="*/ 5916140 w 5916140"/>
              <a:gd name="connsiteY2" fmla="*/ 186643 h 6190488"/>
              <a:gd name="connsiteX3" fmla="*/ 5916140 w 5916140"/>
              <a:gd name="connsiteY3" fmla="*/ 6003845 h 6190488"/>
              <a:gd name="connsiteX4" fmla="*/ 5729497 w 5916140"/>
              <a:gd name="connsiteY4" fmla="*/ 6190488 h 6190488"/>
              <a:gd name="connsiteX5" fmla="*/ 0 w 591614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16140" h="6190488">
                <a:moveTo>
                  <a:pt x="0" y="0"/>
                </a:moveTo>
                <a:lnTo>
                  <a:pt x="5729497" y="0"/>
                </a:lnTo>
                <a:cubicBezTo>
                  <a:pt x="5832577" y="0"/>
                  <a:pt x="5916140" y="83563"/>
                  <a:pt x="5916140" y="186643"/>
                </a:cubicBezTo>
                <a:lnTo>
                  <a:pt x="5916140" y="6003845"/>
                </a:lnTo>
                <a:cubicBezTo>
                  <a:pt x="5916140" y="6106925"/>
                  <a:pt x="5832577" y="6190488"/>
                  <a:pt x="572949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EBEC7127-1401-4DC9-A2BE-769D7BC81B4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1A81A3-09AD-4886-CA58-1C5308FB34ED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42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3044" y="907299"/>
            <a:ext cx="3222923" cy="1203162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26FC952-7E45-FC54-E540-F375172C0E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226004" cy="6190488"/>
          </a:xfrm>
          <a:custGeom>
            <a:avLst/>
            <a:gdLst>
              <a:gd name="connsiteX0" fmla="*/ 186643 w 7226004"/>
              <a:gd name="connsiteY0" fmla="*/ 0 h 6190488"/>
              <a:gd name="connsiteX1" fmla="*/ 7226004 w 7226004"/>
              <a:gd name="connsiteY1" fmla="*/ 0 h 6190488"/>
              <a:gd name="connsiteX2" fmla="*/ 7226004 w 7226004"/>
              <a:gd name="connsiteY2" fmla="*/ 6190488 h 6190488"/>
              <a:gd name="connsiteX3" fmla="*/ 186643 w 7226004"/>
              <a:gd name="connsiteY3" fmla="*/ 6190488 h 6190488"/>
              <a:gd name="connsiteX4" fmla="*/ 0 w 7226004"/>
              <a:gd name="connsiteY4" fmla="*/ 6003845 h 6190488"/>
              <a:gd name="connsiteX5" fmla="*/ 0 w 7226004"/>
              <a:gd name="connsiteY5" fmla="*/ 186643 h 6190488"/>
              <a:gd name="connsiteX6" fmla="*/ 186643 w 7226004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26004" h="6190488">
                <a:moveTo>
                  <a:pt x="186643" y="0"/>
                </a:moveTo>
                <a:lnTo>
                  <a:pt x="7226004" y="0"/>
                </a:lnTo>
                <a:lnTo>
                  <a:pt x="7226004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03044" y="2240265"/>
            <a:ext cx="3222923" cy="3710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103044" y="6529915"/>
            <a:ext cx="922372" cy="328084"/>
          </a:xfrm>
          <a:prstGeom prst="rect">
            <a:avLst/>
          </a:prstGeom>
        </p:spPr>
        <p:txBody>
          <a:bodyPr/>
          <a:lstStyle/>
          <a:p>
            <a:fld id="{16B7840A-2968-4A25-82F8-DF7BABF97BC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025417" y="6529915"/>
            <a:ext cx="2390244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9005A-8E92-C720-BABE-52545C043BA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4720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299"/>
            <a:ext cx="3351329" cy="1203161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44789"/>
            <a:ext cx="3351329" cy="3705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031C5B-201F-65FC-977A-E04E980A8D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333756"/>
            <a:ext cx="7072080" cy="6190488"/>
          </a:xfrm>
          <a:custGeom>
            <a:avLst/>
            <a:gdLst>
              <a:gd name="connsiteX0" fmla="*/ 0 w 7072080"/>
              <a:gd name="connsiteY0" fmla="*/ 0 h 6190488"/>
              <a:gd name="connsiteX1" fmla="*/ 6885437 w 7072080"/>
              <a:gd name="connsiteY1" fmla="*/ 0 h 6190488"/>
              <a:gd name="connsiteX2" fmla="*/ 7072080 w 7072080"/>
              <a:gd name="connsiteY2" fmla="*/ 186643 h 6190488"/>
              <a:gd name="connsiteX3" fmla="*/ 7072080 w 7072080"/>
              <a:gd name="connsiteY3" fmla="*/ 6003845 h 6190488"/>
              <a:gd name="connsiteX4" fmla="*/ 6885437 w 7072080"/>
              <a:gd name="connsiteY4" fmla="*/ 6190488 h 6190488"/>
              <a:gd name="connsiteX5" fmla="*/ 0 w 707208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2080" h="6190488">
                <a:moveTo>
                  <a:pt x="0" y="0"/>
                </a:moveTo>
                <a:lnTo>
                  <a:pt x="6885437" y="0"/>
                </a:lnTo>
                <a:cubicBezTo>
                  <a:pt x="6988517" y="0"/>
                  <a:pt x="7072080" y="83563"/>
                  <a:pt x="7072080" y="186643"/>
                </a:cubicBezTo>
                <a:lnTo>
                  <a:pt x="7072080" y="6003845"/>
                </a:lnTo>
                <a:cubicBezTo>
                  <a:pt x="7072080" y="6106925"/>
                  <a:pt x="6988517" y="6190488"/>
                  <a:pt x="688543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1067625" cy="328084"/>
          </a:xfrm>
          <a:prstGeom prst="rect">
            <a:avLst/>
          </a:prstGeom>
        </p:spPr>
        <p:txBody>
          <a:bodyPr/>
          <a:lstStyle/>
          <a:p>
            <a:fld id="{E2ABEC49-741E-472F-866C-AE933A56DB0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A9B769-FEAE-2962-E26F-2A44DC7B32A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8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0265" y="907300"/>
            <a:ext cx="3025702" cy="21144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58BC462-E794-03C0-9112-F7F3BCEED14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423225" cy="6190488"/>
          </a:xfrm>
          <a:custGeom>
            <a:avLst/>
            <a:gdLst>
              <a:gd name="connsiteX0" fmla="*/ 186643 w 7423225"/>
              <a:gd name="connsiteY0" fmla="*/ 0 h 6190488"/>
              <a:gd name="connsiteX1" fmla="*/ 7423225 w 7423225"/>
              <a:gd name="connsiteY1" fmla="*/ 0 h 6190488"/>
              <a:gd name="connsiteX2" fmla="*/ 7423225 w 7423225"/>
              <a:gd name="connsiteY2" fmla="*/ 6190488 h 6190488"/>
              <a:gd name="connsiteX3" fmla="*/ 186643 w 7423225"/>
              <a:gd name="connsiteY3" fmla="*/ 6190488 h 6190488"/>
              <a:gd name="connsiteX4" fmla="*/ 0 w 7423225"/>
              <a:gd name="connsiteY4" fmla="*/ 6003845 h 6190488"/>
              <a:gd name="connsiteX5" fmla="*/ 0 w 7423225"/>
              <a:gd name="connsiteY5" fmla="*/ 186643 h 6190488"/>
              <a:gd name="connsiteX6" fmla="*/ 186643 w 7423225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23225" h="6190488">
                <a:moveTo>
                  <a:pt x="186643" y="0"/>
                </a:moveTo>
                <a:lnTo>
                  <a:pt x="7423225" y="0"/>
                </a:lnTo>
                <a:lnTo>
                  <a:pt x="7423225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00265" y="3156095"/>
            <a:ext cx="3025702" cy="27945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529915"/>
            <a:ext cx="100365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6BE5AC-BF33-4FE2-ADBE-F1A4AA52AA8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529915"/>
            <a:ext cx="2068899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CB8547-3131-E62F-78BD-1E2AB8979C91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448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51A88DF-44ED-436B-99D1-0B8CC5A92D9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465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C9FA1C-AA60-4CCE-B788-3849E413B63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7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  <a:prstGeom prst="rect">
            <a:avLst/>
          </a:prstGeom>
        </p:spPr>
        <p:txBody>
          <a:bodyPr/>
          <a:lstStyle/>
          <a:p>
            <a:fld id="{401AF4C7-240F-4AB8-A2FA-D99DF3F7CE1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6648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707AF85-94F0-A688-031E-5C9B12E7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6" y="1810322"/>
            <a:ext cx="4547183" cy="4444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FEB7308-4C28-B462-9DD9-8D821D48BBB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8331" y="2044501"/>
            <a:ext cx="3975817" cy="3975817"/>
          </a:xfrm>
          <a:custGeom>
            <a:avLst/>
            <a:gdLst>
              <a:gd name="connsiteX0" fmla="*/ 1987909 w 3975817"/>
              <a:gd name="connsiteY0" fmla="*/ 0 h 3975817"/>
              <a:gd name="connsiteX1" fmla="*/ 3975817 w 3975817"/>
              <a:gd name="connsiteY1" fmla="*/ 1987909 h 3975817"/>
              <a:gd name="connsiteX2" fmla="*/ 1987909 w 3975817"/>
              <a:gd name="connsiteY2" fmla="*/ 3975817 h 3975817"/>
              <a:gd name="connsiteX3" fmla="*/ 0 w 3975817"/>
              <a:gd name="connsiteY3" fmla="*/ 1987909 h 3975817"/>
              <a:gd name="connsiteX4" fmla="*/ 1987909 w 3975817"/>
              <a:gd name="connsiteY4" fmla="*/ 0 h 3975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5817" h="3975817">
                <a:moveTo>
                  <a:pt x="1987909" y="0"/>
                </a:moveTo>
                <a:cubicBezTo>
                  <a:pt x="3085800" y="0"/>
                  <a:pt x="3975817" y="890017"/>
                  <a:pt x="3975817" y="1987909"/>
                </a:cubicBezTo>
                <a:cubicBezTo>
                  <a:pt x="3975817" y="3085800"/>
                  <a:pt x="3085800" y="3975817"/>
                  <a:pt x="1987909" y="3975817"/>
                </a:cubicBezTo>
                <a:cubicBezTo>
                  <a:pt x="890017" y="3975817"/>
                  <a:pt x="0" y="3085800"/>
                  <a:pt x="0" y="1987909"/>
                </a:cubicBezTo>
                <a:cubicBezTo>
                  <a:pt x="0" y="890017"/>
                  <a:pt x="890017" y="0"/>
                  <a:pt x="1987909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28800"/>
            <a:ext cx="5483355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87AD299-DE61-4CBB-BC93-03EDAFFAD60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1201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BFD4E-5044-9769-5E8F-5BEC1C2A2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8" y="2271376"/>
            <a:ext cx="4155294" cy="4061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4DA44E7-3265-78D1-59E3-AEFDF6112D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3710" y="2485372"/>
            <a:ext cx="3633170" cy="3633170"/>
          </a:xfrm>
          <a:custGeom>
            <a:avLst/>
            <a:gdLst>
              <a:gd name="connsiteX0" fmla="*/ 1816585 w 3633170"/>
              <a:gd name="connsiteY0" fmla="*/ 0 h 3633170"/>
              <a:gd name="connsiteX1" fmla="*/ 3633170 w 3633170"/>
              <a:gd name="connsiteY1" fmla="*/ 1816585 h 3633170"/>
              <a:gd name="connsiteX2" fmla="*/ 1816585 w 3633170"/>
              <a:gd name="connsiteY2" fmla="*/ 3633170 h 3633170"/>
              <a:gd name="connsiteX3" fmla="*/ 0 w 3633170"/>
              <a:gd name="connsiteY3" fmla="*/ 1816585 h 3633170"/>
              <a:gd name="connsiteX4" fmla="*/ 1816585 w 3633170"/>
              <a:gd name="connsiteY4" fmla="*/ 0 h 36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3170" h="3633170">
                <a:moveTo>
                  <a:pt x="1816585" y="0"/>
                </a:moveTo>
                <a:cubicBezTo>
                  <a:pt x="2819857" y="0"/>
                  <a:pt x="3633170" y="813313"/>
                  <a:pt x="3633170" y="1816585"/>
                </a:cubicBezTo>
                <a:cubicBezTo>
                  <a:pt x="3633170" y="2819857"/>
                  <a:pt x="2819857" y="3633170"/>
                  <a:pt x="1816585" y="3633170"/>
                </a:cubicBezTo>
                <a:cubicBezTo>
                  <a:pt x="813313" y="3633170"/>
                  <a:pt x="0" y="2819857"/>
                  <a:pt x="0" y="1816585"/>
                </a:cubicBezTo>
                <a:cubicBezTo>
                  <a:pt x="0" y="813313"/>
                  <a:pt x="813313" y="0"/>
                  <a:pt x="1816585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B9632C8-AF7D-4924-8414-5F0F98946906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8291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50B4B-78CB-E542-02D9-864CE61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7715" y="2311121"/>
            <a:ext cx="4085820" cy="39932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A5E0D2B-AF9D-6520-DEF7-6EF60AC466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4412" y="2521539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60CA09-D196-4E75-A4BA-F561F149C1F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614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25626D2-80B1-31C0-8C4C-03AEBF6B4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5066" y="2105276"/>
            <a:ext cx="4085820" cy="39932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B8AD6A1-C215-DFF8-ECFA-D092D628B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907303"/>
            <a:ext cx="10966706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6745D6-F853-FF75-28EF-2DD864956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311121"/>
            <a:ext cx="6158266" cy="399326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66C839-A25F-2CB3-40B9-811BB4C751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91763" y="2315694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44CA941-2112-4108-B577-DDB22688A33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1375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C0B019-1F65-5FF3-EACC-1DBD4333A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0064" y="557784"/>
            <a:ext cx="5914085" cy="5780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763DD55-592C-903A-3F9C-A96924CF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907302"/>
            <a:ext cx="4361688" cy="16496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4361688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1C0813-C057-2B90-9C5A-3AE995C897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71625" y="862357"/>
            <a:ext cx="5170964" cy="5170964"/>
          </a:xfrm>
          <a:custGeom>
            <a:avLst/>
            <a:gdLst>
              <a:gd name="connsiteX0" fmla="*/ 2585482 w 5170964"/>
              <a:gd name="connsiteY0" fmla="*/ 0 h 5170964"/>
              <a:gd name="connsiteX1" fmla="*/ 5170964 w 5170964"/>
              <a:gd name="connsiteY1" fmla="*/ 2585482 h 5170964"/>
              <a:gd name="connsiteX2" fmla="*/ 2585482 w 5170964"/>
              <a:gd name="connsiteY2" fmla="*/ 5170964 h 5170964"/>
              <a:gd name="connsiteX3" fmla="*/ 0 w 5170964"/>
              <a:gd name="connsiteY3" fmla="*/ 2585482 h 5170964"/>
              <a:gd name="connsiteX4" fmla="*/ 2585482 w 5170964"/>
              <a:gd name="connsiteY4" fmla="*/ 0 h 517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70964" h="5170964">
                <a:moveTo>
                  <a:pt x="2585482" y="0"/>
                </a:moveTo>
                <a:cubicBezTo>
                  <a:pt x="4013405" y="0"/>
                  <a:pt x="5170964" y="1157560"/>
                  <a:pt x="5170964" y="2585482"/>
                </a:cubicBezTo>
                <a:cubicBezTo>
                  <a:pt x="5170964" y="4013405"/>
                  <a:pt x="4013405" y="5170964"/>
                  <a:pt x="2585482" y="5170964"/>
                </a:cubicBezTo>
                <a:cubicBezTo>
                  <a:pt x="1157560" y="5170964"/>
                  <a:pt x="0" y="4013405"/>
                  <a:pt x="0" y="2585482"/>
                </a:cubicBezTo>
                <a:cubicBezTo>
                  <a:pt x="0" y="1157560"/>
                  <a:pt x="1157560" y="0"/>
                  <a:pt x="2585482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D3302DA-6AFE-4F11-B5FB-C17B82EA857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128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67907A-96CA-89D9-9FD8-C85BFFEA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316" y="4421770"/>
            <a:ext cx="10499656" cy="1528927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824A94E6-CFC2-45CB-1F4E-C00A6DA2F7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6336" y="1330310"/>
            <a:ext cx="10499656" cy="3273331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3619648-D57F-48C1-8026-D656192BFCE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1F52FC-EB68-58F2-85B1-6235B55362A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3877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0412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7688EBA-E81D-4EC6-8C2B-03A401A980D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CAAB8A-DD1F-F240-8651-22FAC159B42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6681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EF41C-4509-4150-C0F1-83BB756ACF5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45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775AE-F67F-CB44-1D87-AB4D287818A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64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90F78A7-ED9B-4802-8C3B-8810C7632A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4D2A7D-7433-3BD7-B540-CAF81289672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92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4F266F9-F826-45A4-93B2-4F421185E71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FAFB8-6136-DD3A-86C3-855ED940D6F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681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34321655-180C-E5FF-5EBA-CB7C8C9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7"/>
          <a:stretch/>
        </p:blipFill>
        <p:spPr>
          <a:xfrm>
            <a:off x="492638" y="0"/>
            <a:ext cx="4471248" cy="4191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0322" y="5137616"/>
            <a:ext cx="80541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93371" y="1188720"/>
            <a:ext cx="8593017" cy="2174966"/>
          </a:xfrm>
        </p:spPr>
        <p:txBody>
          <a:bodyPr anchor="b">
            <a:normAutofit/>
          </a:bodyPr>
          <a:lstStyle>
            <a:lvl1pPr marL="0" indent="-457200" defTabSz="914400">
              <a:lnSpc>
                <a:spcPct val="80000"/>
              </a:lnSpc>
              <a:spcBef>
                <a:spcPts val="0"/>
              </a:spcBef>
              <a:buNone/>
              <a:defRPr sz="45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B6CF73C-93E7-489E-AE2B-E246A7DB6D9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59926F-2327-8B2D-085E-499F8F38779A}"/>
              </a:ext>
            </a:extLst>
          </p:cNvPr>
          <p:cNvCxnSpPr/>
          <p:nvPr/>
        </p:nvCxnSpPr>
        <p:spPr>
          <a:xfrm>
            <a:off x="1551214" y="3477986"/>
            <a:ext cx="0" cy="199208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7730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0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15AF2BE-7E3A-4323-8AD1-6D4FF44FD8E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5A24BE-62EC-1D31-CC8C-91D6C09F822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971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2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8FD7DB-FD7D-41C7-A7D0-5BAC7B3F105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C92CDB-3DCC-F547-8EEC-BE14157A425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18233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F63BBBA-62F7-DBEC-F9CF-7226CF222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0C6923B-FF9D-B437-5588-878AF0F8A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312870-557C-564C-3520-F00CB9BF52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586B0B4-0F2D-499F-B46F-F681523A05A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15031E-7D6B-5DB2-0949-3226C3A6B5E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9083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94C7CB3-8309-EE97-00D8-73D90094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CF4B8FC-8114-F896-19E9-61BFDBF1E79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85158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A05586D-8745-CB79-26DE-BB05CF6BF8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1266551-E982-43FB-8EB6-73FB0E4FDF1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9FD757-76AB-74D2-BF21-512AF236806B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31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7CF8608-BD7F-FDF6-C9FE-359BAFBCC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F57FA73-4BE2-4237-90E8-28123CE1B9F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4ABFCC-D627-9493-2426-A6E5682EEBD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191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8BA1E88-22B3-4091-902C-19D6AD2267F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4126D0-8C62-BE14-DAD7-1281C05B8DCA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69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2EFC53A-E163-43E4-9309-C62B24E5922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759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9536" y="3594099"/>
            <a:ext cx="10472928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57D2C4C-3CEB-4A3F-A850-2A701BAB5B4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F630EC-9C35-9636-5C2F-9B305B2CCE3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47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0"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0857" y="3603170"/>
            <a:ext cx="7014009" cy="1507672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4133" y="5480958"/>
            <a:ext cx="6360733" cy="744158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ABC5762-7F5E-4C8D-B27D-8990A68BB1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5238749"/>
            <a:ext cx="0" cy="88274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  <p:sldLayoutId id="2147483838" r:id="rId12"/>
    <p:sldLayoutId id="2147483839" r:id="rId13"/>
    <p:sldLayoutId id="2147483840" r:id="rId14"/>
    <p:sldLayoutId id="2147483841" r:id="rId15"/>
    <p:sldLayoutId id="2147483842" r:id="rId16"/>
    <p:sldLayoutId id="2147483843" r:id="rId17"/>
    <p:sldLayoutId id="2147483844" r:id="rId18"/>
    <p:sldLayoutId id="2147483845" r:id="rId19"/>
    <p:sldLayoutId id="2147483846" r:id="rId20"/>
    <p:sldLayoutId id="2147483847" r:id="rId21"/>
    <p:sldLayoutId id="2147483848" r:id="rId22"/>
    <p:sldLayoutId id="2147483849" r:id="rId23"/>
    <p:sldLayoutId id="2147483850" r:id="rId24"/>
    <p:sldLayoutId id="2147483851" r:id="rId25"/>
    <p:sldLayoutId id="2147483852" r:id="rId26"/>
    <p:sldLayoutId id="2147483853" r:id="rId27"/>
    <p:sldLayoutId id="2147483854" r:id="rId28"/>
    <p:sldLayoutId id="2147483855" r:id="rId29"/>
    <p:sldLayoutId id="2147483856" r:id="rId30"/>
    <p:sldLayoutId id="2147483857" r:id="rId31"/>
    <p:sldLayoutId id="2147483858" r:id="rId32"/>
    <p:sldLayoutId id="2147483859" r:id="rId33"/>
    <p:sldLayoutId id="2147483860" r:id="rId34"/>
    <p:sldLayoutId id="2147483861" r:id="rId35"/>
    <p:sldLayoutId id="2147483862" r:id="rId36"/>
    <p:sldLayoutId id="2147483877" r:id="rId37"/>
    <p:sldLayoutId id="2147483863" r:id="rId38"/>
    <p:sldLayoutId id="2147483864" r:id="rId39"/>
    <p:sldLayoutId id="2147483865" r:id="rId40"/>
    <p:sldLayoutId id="2147483866" r:id="rId41"/>
    <p:sldLayoutId id="2147483867" r:id="rId42"/>
    <p:sldLayoutId id="2147483868" r:id="rId43"/>
    <p:sldLayoutId id="2147483869" r:id="rId44"/>
    <p:sldLayoutId id="2147483870" r:id="rId45"/>
    <p:sldLayoutId id="2147483871" r:id="rId46"/>
    <p:sldLayoutId id="2147483872" r:id="rId47"/>
    <p:sldLayoutId id="2147483873" r:id="rId48"/>
    <p:sldLayoutId id="2147483874" r:id="rId49"/>
    <p:sldLayoutId id="2147483875" r:id="rId50"/>
    <p:sldLayoutId id="2147483876" r:id="rId51"/>
    <p:sldLayoutId id="2147483878" r:id="rId52"/>
    <p:sldLayoutId id="2147483879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5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350" y="3973286"/>
            <a:ext cx="8904515" cy="2699657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</a:t>
            </a:r>
            <a:b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Collaboration Plugin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3975" y="1752600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68D18-116B-3E8C-2F6E-F9AF91A2DDC3}"/>
              </a:ext>
            </a:extLst>
          </p:cNvPr>
          <p:cNvSpPr txBox="1"/>
          <p:nvPr/>
        </p:nvSpPr>
        <p:spPr>
          <a:xfrm>
            <a:off x="0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DFC778-90AE-575F-F24B-6EB3E734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B8BD30-661F-AB61-9CB8-B553545A2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735" y="-311496"/>
            <a:ext cx="7943464" cy="4943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B8687C-2433-B3CE-C1CB-04281E89D7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754073" y="4964668"/>
            <a:ext cx="24384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08CCC-AF8D-A11B-B613-5E236A1D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5DA1-C3DE-16A8-B76C-7B9089ED9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0. Introduction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- 0.2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Archi Test Environments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68EAE5-06A1-DF06-C966-698F7A041C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3156FC-5DCB-FDF8-8D84-377A3033B877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5982A-004B-7571-D9D5-E2A8E8F22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502959-91E8-4333-DA9B-5497716EEA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141" y="1507028"/>
            <a:ext cx="7927932" cy="50189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6AD995-FEEC-1A85-9F2D-49A3586F2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8570" y="2668906"/>
            <a:ext cx="2645229" cy="264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27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99D0D-3EC3-B01A-34C7-848B8720A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924-6780-A5B0-C443-690C8907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- 1.1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Setup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F99E1-8021-63CB-338D-E9785CBE86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10026-C065-472B-1179-1C7DFEC0187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AF3A31-A138-B4F0-A55B-B44678E3A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330729-4CB1-6D5E-C2F4-C47321A3F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5359" y="1398814"/>
            <a:ext cx="7141271" cy="50671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9236F2-3CD4-396B-D9BB-6A9CD8F6BD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687" y="3389194"/>
            <a:ext cx="4164041" cy="30236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5122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4FE1-8E6E-4207-7604-63609C9A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EF5E4-41E4-EA46-5C5A-5EE808797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Configuration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D07793-78ED-D091-0002-9A2EF94C65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51522-21F6-DF34-EDE5-8E5028D861F1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A9E04A-C59A-BA09-DED5-E479BA785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049DEA-F869-62FA-3DDB-1B73BDDC4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231" y="1638607"/>
            <a:ext cx="7481853" cy="47726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050" name="Picture 2" descr="Premium Vector | Configuration">
            <a:extLst>
              <a:ext uri="{FF2B5EF4-FFF2-40B4-BE49-F238E27FC236}">
                <a16:creationId xmlns:a16="http://schemas.microsoft.com/office/drawing/2014/main" id="{EC24773D-B5BB-998F-8064-E0F227C0F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1972" y="3515656"/>
            <a:ext cx="2825513" cy="2825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6767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A441E-E86A-40D2-FC3C-65EAFF8B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CF430-3BD1-FE04-657B-1CD6EBAC0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- 2.1 How it Works?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7FBE1F-7E24-85E9-23E5-8F69DFFE6E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DA0A05-2CFA-EFF9-8D7F-552D38CA25E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9A1525-60B0-A1A7-EAD7-21DC405B3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88266D-2263-35A0-6AC0-B7FCDBAD9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2350" y="1527421"/>
            <a:ext cx="8056659" cy="48172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0F8086-DCC7-A275-0DB5-64F64DC10B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1820" y="4059548"/>
            <a:ext cx="3397945" cy="19113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55220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CCC94-27E5-1D55-1B8B-8FC90EE14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07CF6-E40C-F345-0E34-8D2703DBE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- 2.2 Key User Interface Elements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EE204-8E2C-9180-520F-A9864857B3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7FCB9D-B887-D22F-BD12-FF042B99EA7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BB1977-5452-32E5-406B-8097D30DB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F38747-E1E8-B219-3627-F28E576270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18" y="1398814"/>
            <a:ext cx="6226363" cy="50831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F3BD2F-4F46-D3FB-FAF9-90B156ACC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793" y="3669298"/>
            <a:ext cx="4741666" cy="3018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7795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23988-3B20-85EB-B2BD-77A0A8135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90CE-A2CD-9447-EAA8-F5E31D0F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- 2.3 Quick Start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8163CA-9C47-00E8-E7CC-691B45F487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87ADF-5FD7-17D0-EC7A-FA0037FFAE2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C9792B-10C6-D729-57ED-2BC1A173D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972668-8D3D-2C78-BEBC-2FC10E69A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380" y="1514173"/>
            <a:ext cx="6955763" cy="51292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AD7854-24BA-9780-34CD-5A7C7525A3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2521" y="3625755"/>
            <a:ext cx="4743086" cy="323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365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A6889-404A-5687-C7B3-9F630B97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B4703-D2CE-9E68-20EC-51324229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- 3.1 Add Local Model to Workspace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653AB-D301-9B6C-5E96-64354F12CD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5077F-F82B-8D99-22A2-B727BDA059AC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12D280-F60A-F6ED-62FE-1FF799151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4C320F-5DED-8972-AA5D-ECCCA4BEE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5456" y="1469575"/>
            <a:ext cx="7639732" cy="50313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DD46DA-B3D4-F30A-A539-30442A64C8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9509" y="4498788"/>
            <a:ext cx="4406392" cy="13879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9962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00FC4-5ECB-05BD-2C34-660224764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AA60-E379-52AB-BE92-81E3192D4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- 3.2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Import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C858C-14A4-D069-791E-78A9D32FD4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0D14F5-3ED9-F36B-99A0-7C5823EF7146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54A19D-03A0-2BAE-A25F-40F1B7E10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3F1C5C-0253-B003-CF8B-09FEA7D2AC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370" y="1569660"/>
            <a:ext cx="7554854" cy="4956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CD394A-5124-DA41-D7DD-45A6CCD259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7313" y="4320725"/>
            <a:ext cx="4620383" cy="14841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169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AE5C-2CA0-83EA-2D67-49C9AF5BB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0E753-93D4-94B0-017A-1D35F69F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- 3.3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Delete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6537E1-F7A2-F31C-0E20-EBE02E5706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1CD68-5162-6FE8-4FB9-B76FE12681F5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8B685-EDB3-3BA4-F909-E692FF26A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85D8AB-EB23-5364-48B9-6D6B465018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4467" y="1502128"/>
            <a:ext cx="7605109" cy="501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B5FD70-9CF0-98CD-ECD1-53F79C7A3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834" y="4594321"/>
            <a:ext cx="4930727" cy="15343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1254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8C92-8A44-4447-E66C-5B7D13E12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7DA96-DE85-5D4A-42E7-65B86976B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- 4.1 Commit or Undo Your Changes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796C5-F38F-846E-DF1E-14FC9E2820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1B9724-5E1B-E337-0A9A-842C7A64D87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515864-3C7F-9B32-2562-7FD46D90E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49A542-C51A-123D-B269-50FE566A4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6354" y="1470283"/>
            <a:ext cx="7897288" cy="51261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9714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9CC2E-CA3F-C1F9-F1E6-EDCBAAB85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840C4-26AA-3B92-5060-2370EEFCC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- 4.2 Refresh and Publish – 4.2.1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F7E1DF-694C-E8FB-7A89-6CC20BD9BF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7896E-BE89-82E0-3E09-337725C234D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EBD081-A69F-AEA9-F0C1-E4FE4AD13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C906E5-A66D-64C2-D96C-F53C726149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9285" y="1477779"/>
            <a:ext cx="7050899" cy="50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45F9CF9-8D8F-96C9-DEEF-F0C0FAA732B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619457" y="2068286"/>
            <a:ext cx="3291867" cy="326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41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B0311-A41D-6E3F-F937-F078DA536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3134F-08A0-0EA1-C527-5B59FF48D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- 4.2 Refresh and Publish – 4.2.1.1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4BADEF-774A-266D-FE8B-7F553D58D0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8F4940-05F1-CEC0-6250-9DF726D4B45D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7DAADB-46BC-2366-B5FB-F9E8040DC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C07BA5-69E2-3EAD-D8E2-F38E1D5A9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912" y="1460069"/>
            <a:ext cx="8776947" cy="49632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29CB43-A8CB-A762-D91C-ABEB6C9EE6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0752" y="4225102"/>
            <a:ext cx="3313269" cy="21620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1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978CB-46AD-D172-DC5E-968F64A9F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DD4E4-7537-BD7E-523E-E1BF8A157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- 4.2 Refresh and Publish – 4.2.2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0FE53A-846E-619F-4B89-F5BD6CE9F8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2598B-9949-05BF-8018-AA7CBC5BBE70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2B7B9-E59F-505D-0FBC-B94907470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E13787-2C3A-A997-965B-742C99B4D3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140" y="1385450"/>
            <a:ext cx="7290564" cy="53061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59C512-DF1B-E8C8-9A86-FCC1B7D8DA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5716" y="3894161"/>
            <a:ext cx="2869441" cy="2869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236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340C1-E70D-B5FD-9105-D469CE1A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F432E-5507-6F5D-4F1D-9F13A9725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- 4.3 Change History – Time Machine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ED1F0A-AF4A-ED1E-C1E6-16D1A8DDA2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E1458-6E2C-148E-553E-54031BF7062C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5353FF-11FA-86AC-4E4D-6EBB71439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01307D-28EC-8A9C-67B6-C5489825CA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9451" y="1514173"/>
            <a:ext cx="7047861" cy="51413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9DD458F-5CB9-9861-56BA-C004C2AFAA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3373" y="2036441"/>
            <a:ext cx="3704817" cy="24698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999474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283753-FC45-0E13-DFA7-9F1761831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343" y="499350"/>
            <a:ext cx="10678886" cy="58295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B2E2F6-BC7C-8265-3A43-CC1455E8A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53" y="499350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DD99DA-B1D1-ABB8-B914-F652278E477F}"/>
              </a:ext>
            </a:extLst>
          </p:cNvPr>
          <p:cNvSpPr txBox="1"/>
          <p:nvPr/>
        </p:nvSpPr>
        <p:spPr>
          <a:xfrm>
            <a:off x="5152842" y="3539697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700229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CF9753-D0C5-BD55-4373-3BAFE403D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29" y="405920"/>
            <a:ext cx="10559142" cy="60461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CC533C1-92A3-74A2-282B-5460C2252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139" y="771493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DA860B-33FD-0D25-0C82-9F50E00F17AB}"/>
              </a:ext>
            </a:extLst>
          </p:cNvPr>
          <p:cNvSpPr txBox="1"/>
          <p:nvPr/>
        </p:nvSpPr>
        <p:spPr>
          <a:xfrm>
            <a:off x="5163728" y="3811840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448334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Gradient aura keynote presentation</Template>
  <TotalTime>3496</TotalTime>
  <Words>261</Words>
  <Application>Microsoft Office PowerPoint</Application>
  <PresentationFormat>Widescreen</PresentationFormat>
  <Paragraphs>61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Amasis MT Pro Black</vt:lpstr>
      <vt:lpstr>Aptos</vt:lpstr>
      <vt:lpstr>Arial</vt:lpstr>
      <vt:lpstr>Arial Black</vt:lpstr>
      <vt:lpstr>Arial Rounded MT Bold</vt:lpstr>
      <vt:lpstr>Lora</vt:lpstr>
      <vt:lpstr>Playfair Display Black</vt:lpstr>
      <vt:lpstr>Poppins Light</vt:lpstr>
      <vt:lpstr>Gradient Circle</vt:lpstr>
      <vt:lpstr>coArchi1 - Collaboration Plugin</vt:lpstr>
      <vt:lpstr>coArchi1 – 0. Introduction - 0.2 Archi Test Environments</vt:lpstr>
      <vt:lpstr>coArchi1 – 1. Setup &amp; Config - 1.1 coArchi1 Setup</vt:lpstr>
      <vt:lpstr>coArchi1 – 1. Setup &amp; Config - 1.2 coArchi1 Configuration</vt:lpstr>
      <vt:lpstr>coArchi1 – 2. coArchi1 Basics - 2.1 How it Works?</vt:lpstr>
      <vt:lpstr>coArchi1 – 2. coArchi1 Basics - 2.2 Key User Interface Elements</vt:lpstr>
      <vt:lpstr>coArchi1 – 2. coArchi1 Basics - 2.3 Quick Start</vt:lpstr>
      <vt:lpstr>coArchi1 – 3. Manage Workspace - 3.1 Add Local Model to Workspace</vt:lpstr>
      <vt:lpstr>coArchi1 – 3. Manage Workspace - 3.2 Import a Model</vt:lpstr>
      <vt:lpstr>coArchi1 – 3. Manage Workspace - 3.3 Delete a Model</vt:lpstr>
      <vt:lpstr>coArchi1 – 4. Manage Changes - 4.1 Commit or Undo Your Changes</vt:lpstr>
      <vt:lpstr>coArchi1 – 4. Manage Changes - 4.2 Refresh and Publish – 4.2.1</vt:lpstr>
      <vt:lpstr>coArchi1 – 4. Manage Changes - 4.2 Refresh and Publish – 4.2.1.1</vt:lpstr>
      <vt:lpstr>coArchi1 – 4. Manage Changes - 4.2 Refresh and Publish – 4.2.2</vt:lpstr>
      <vt:lpstr>coArchi1 – 4. Manage Changes - 4.3 Change History – Time Machine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21</cp:revision>
  <dcterms:created xsi:type="dcterms:W3CDTF">2026-03-01T02:15:44Z</dcterms:created>
  <dcterms:modified xsi:type="dcterms:W3CDTF">2026-03-03T12:34:19Z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2026-03-01T02:17:33Z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7044ac8d-7ddd-43a7-b0a4-31aa7a0b7453</vt:lpwstr>
  </property>
  <property fmtid="{D5CDD505-2E9C-101B-9397-08002B2CF9AE}" pid="10" name="MSIP_Label_19540963-e559-4020-8a90-fe8a502c2801_ContentBits">
    <vt:lpwstr>0</vt:lpwstr>
  </property>
  <property fmtid="{D5CDD505-2E9C-101B-9397-08002B2CF9AE}" pid="11" name="MSIP_Label_19540963-e559-4020-8a90-fe8a502c2801_Tag">
    <vt:lpwstr>10, 3, 0, 1</vt:lpwstr>
  </property>
</Properties>
</file>