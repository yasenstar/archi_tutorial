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5"/>
  </p:notesMasterIdLst>
  <p:handoutMasterIdLst>
    <p:handoutMasterId r:id="rId26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2" r:id="rId17"/>
    <p:sldId id="1514" r:id="rId18"/>
    <p:sldId id="1518" r:id="rId19"/>
    <p:sldId id="1515" r:id="rId20"/>
    <p:sldId id="1516" r:id="rId21"/>
    <p:sldId id="1517" r:id="rId22"/>
    <p:sldId id="1498" r:id="rId23"/>
    <p:sldId id="151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2"/>
            <p14:sldId id="1514"/>
            <p14:sldId id="1518"/>
          </p14:sldIdLst>
        </p14:section>
        <p14:section name="ch5" id="{98F2282D-FB6A-40F3-BBC4-010FEE905C28}">
          <p14:sldIdLst>
            <p14:sldId id="1515"/>
            <p14:sldId id="1516"/>
            <p14:sldId id="1517"/>
          </p14:sldIdLst>
        </p14:section>
        <p14:section name="cover" id="{0FC9970D-441B-4529-A112-2EB09CC4E608}">
          <p14:sldIdLst>
            <p14:sldId id="1498"/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51" d="100"/>
          <a:sy n="51" d="100"/>
        </p:scale>
        <p:origin x="105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47868-E202-C13C-208F-51454D38B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D7C6-A13E-AD8E-C233-C4399DABA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E7A736-516A-B82A-BEC3-9D0AC1A2E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8ED67-5D08-207A-6FE9-D9F6674A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932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AA86-6967-9CD8-7EC7-38C5FB30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CB04B-6A03-E07E-9C9A-154A51027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8A14BA-E34B-8FD6-B6E7-5DEAE92F5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B5D71-768C-9BA7-CFB9-403D5A615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08935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5E36C-D020-BEF4-E14A-2B7188640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15A7-9594-E548-6619-D4ABEDEBB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4F529-1923-CDF4-F582-1154C5EB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4E8F7-408B-8A75-63D3-45D71675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9934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8645F-D156-8219-3547-B6213619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C7AB2-8BE6-6320-BD8F-82E54C5EDD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E2A75-C905-E21F-AFFA-1339AEB9A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D37A-1516-1BD5-3D8E-2291BD16D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68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59095-51FB-1B18-F0BD-A4D01EC61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628ADE-2FB4-7764-E2F4-99D326D3E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0E63F-BA2A-B283-865A-4E9834557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ACCE-0A26-895E-661E-F9BE71739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9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19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03A4D8-E17F-B5C9-18ED-099D53BCC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37" y="1629406"/>
            <a:ext cx="9544840" cy="4499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25115" y="1557356"/>
            <a:ext cx="2239248" cy="2223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2DE46B-9AFD-FFA8-039A-73D219508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5381" y="4311775"/>
            <a:ext cx="1665036" cy="1086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3F1533-0186-1CA6-C4E6-AE5762800B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6198" y="4698819"/>
            <a:ext cx="2064783" cy="20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7B480-1BFF-5043-BB62-3D4F08F06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2C75D-D872-4413-2FC0-B3C8308F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 – Scenario 1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CB708-EADC-EF7C-DD36-5829B8F8AC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94E9B-CE9C-C47A-2C8D-2F60152D244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CF4D9A-1A91-75AC-B1D0-F11887A92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FAD4A4-9C60-600E-A71E-355194B48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105F56-537D-CB00-9A80-63E458A30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2138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CA9C6-3FE6-2429-22E1-748CA8E92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27F3B-7616-0738-83C5-07CBADDC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 – Scenario 2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FE3BF-EC05-4138-BBA8-53309B4EB9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2FE0C-1068-A9A3-BC28-E3B95F3853C3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127DB3-4D4F-0B8F-458A-D3CF1E8E6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B8DA04-0927-AA2F-4180-966A3ADD5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F06C02-AB90-9ED9-7C50-28BD7C1AB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94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9B2A-63DA-B305-10D0-2E177A59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502F-AB82-5F30-1BB1-FC46CF7C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- 5.1 Create and Delete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D0BE8-64CD-3E1C-5566-0FCC669CC9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77A22-6316-823F-30FE-8FD4987225D5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906929-1031-2841-815E-4EC2D9FA1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81" y="1652839"/>
            <a:ext cx="7878274" cy="45440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56D2BF-FE25-26EB-32E7-771B5F8BB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9F27F4-1C54-DEAB-CDA0-500A663F0F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5F5F5"/>
              </a:clrFrom>
              <a:clrTo>
                <a:srgbClr val="F5F5F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33076" y="2729552"/>
            <a:ext cx="4863491" cy="18714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5649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6A0C8-51A1-D836-B721-DBC2412B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C5E2-1466-A905-4DC2-49B4597C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- 5.2 Merge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CEEFC-9AA6-934C-50C2-5EDED99D9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ABAC8-894B-55B1-6DA7-BFC7F514208B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42D16B-02D0-D464-FE30-BC47B362B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1582C-2D5B-6E64-810A-B9917CECF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489" y="1627896"/>
            <a:ext cx="8761245" cy="49728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E6F65B-2174-71F4-A27E-237F4F0F3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26" y="2068286"/>
            <a:ext cx="4012190" cy="20198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4555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AAE45-CA3B-C97B-6052-55F6BA0B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070D-F0C4-5EFE-62F7-E04ABFFD0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- 5.3 Handling Branches in the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768932-EB3E-ADBA-8198-A6C459C43F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E0A43-E85C-9ED9-6D17-E19887561FAB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55CBF1-E2C1-1630-2DD7-F1F9B6858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98797B-6BBB-277D-79A2-3F86A2C10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830" y="1433183"/>
            <a:ext cx="8162955" cy="45991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4AE93D-AD20-1C66-AA73-DA1C2D65E51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6F4"/>
              </a:clrFrom>
              <a:clrTo>
                <a:srgbClr val="F7F6F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68863" y="1824857"/>
            <a:ext cx="3382194" cy="2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DA860B-33FD-0D25-0C82-9F50E00F17AB}"/>
              </a:ext>
            </a:extLst>
          </p:cNvPr>
          <p:cNvSpPr txBox="1"/>
          <p:nvPr/>
        </p:nvSpPr>
        <p:spPr>
          <a:xfrm>
            <a:off x="5163728" y="3811840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6410</TotalTime>
  <Words>312</Words>
  <Application>Microsoft Office PowerPoint</Application>
  <PresentationFormat>Widescreen</PresentationFormat>
  <Paragraphs>73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</vt:lpstr>
      <vt:lpstr>coArchi1 – 4. Manage Changes - 4.3 Change History – Time Machine</vt:lpstr>
      <vt:lpstr>coArchi1 – 4. Manage Changes - 4.4 Solve Conflicts – Scenario 1</vt:lpstr>
      <vt:lpstr>coArchi1 – 4. Manage Changes - 4.4 Solve Conflicts – Scenario 2</vt:lpstr>
      <vt:lpstr>coArchi1 – 5. Manage Branches - 5.1 Create and Delete Branches</vt:lpstr>
      <vt:lpstr>coArchi1 – 5. Manage Branches - 5.2 Merge Branches</vt:lpstr>
      <vt:lpstr>coArchi1 – 5. Manage Branches - 5.3 Handling Branches in the Team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26</cp:revision>
  <dcterms:created xsi:type="dcterms:W3CDTF">2026-03-01T02:15:44Z</dcterms:created>
  <dcterms:modified xsi:type="dcterms:W3CDTF">2026-03-05T13:07:50Z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