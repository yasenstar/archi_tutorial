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8"/>
  </p:notesMasterIdLst>
  <p:handoutMasterIdLst>
    <p:handoutMasterId r:id="rId9"/>
  </p:handoutMasterIdLst>
  <p:sldIdLst>
    <p:sldId id="1497" r:id="rId5"/>
    <p:sldId id="1499" r:id="rId6"/>
    <p:sldId id="149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105" d="100"/>
          <a:sy n="105" d="100"/>
        </p:scale>
        <p:origin x="639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86231-A31D-794B-7563-5282EFEEA1BB}"/>
              </a:ext>
            </a:extLst>
          </p:cNvPr>
          <p:cNvSpPr txBox="1"/>
          <p:nvPr/>
        </p:nvSpPr>
        <p:spPr>
          <a:xfrm>
            <a:off x="5544" y="6488668"/>
            <a:ext cx="9748529" cy="36933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dirty="0"/>
              <a:t>https://github.com/yasenstar/Archi_Tutorial/tree/main/Archi_Plugins/coArchi1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</a:t>
            </a:r>
            <a:r>
              <a:rPr lang="en-US" altLang="zh-CN" sz="4800" cap="none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194</TotalTime>
  <Words>43</Words>
  <Application>Microsoft Office PowerPoint</Application>
  <PresentationFormat>Widescreen</PresentationFormat>
  <Paragraphs>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Amasis MT Pro Black</vt:lpstr>
      <vt:lpstr>Aptos</vt:lpstr>
      <vt:lpstr>Arial</vt:lpstr>
      <vt:lpstr>Arial Black</vt:lpstr>
      <vt:lpstr>Lora</vt:lpstr>
      <vt:lpstr>Playfair Display Black</vt:lpstr>
      <vt:lpstr>Poppins Light</vt:lpstr>
      <vt:lpstr>Gradient Circle</vt:lpstr>
      <vt:lpstr>coArchi1 - Collaboration Plugin</vt:lpstr>
      <vt:lpstr>coArchi1 - 0.2 Archi Test Environments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</cp:revision>
  <dcterms:created xsi:type="dcterms:W3CDTF">2026-03-01T02:15:44Z</dcterms:created>
  <dcterms:modified xsi:type="dcterms:W3CDTF">2026-03-01T05:31:58Z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