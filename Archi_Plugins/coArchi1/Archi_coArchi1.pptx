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20"/>
  </p:notesMasterIdLst>
  <p:handoutMasterIdLst>
    <p:handoutMasterId r:id="rId21"/>
  </p:handoutMasterIdLst>
  <p:sldIdLst>
    <p:sldId id="1497" r:id="rId5"/>
    <p:sldId id="1499" r:id="rId6"/>
    <p:sldId id="1500" r:id="rId7"/>
    <p:sldId id="1501" r:id="rId8"/>
    <p:sldId id="1502" r:id="rId9"/>
    <p:sldId id="1503" r:id="rId10"/>
    <p:sldId id="1504" r:id="rId11"/>
    <p:sldId id="1505" r:id="rId12"/>
    <p:sldId id="1506" r:id="rId13"/>
    <p:sldId id="1507" r:id="rId14"/>
    <p:sldId id="1508" r:id="rId15"/>
    <p:sldId id="1509" r:id="rId16"/>
    <p:sldId id="1512" r:id="rId17"/>
    <p:sldId id="1498" r:id="rId18"/>
    <p:sldId id="151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  <p14:sldId id="1499"/>
          </p14:sldIdLst>
        </p14:section>
        <p14:section name="ch1" id="{5D79078A-DD3D-40B0-BCCF-E00B4EAEAA24}">
          <p14:sldIdLst>
            <p14:sldId id="1500"/>
            <p14:sldId id="1501"/>
          </p14:sldIdLst>
        </p14:section>
        <p14:section name="ch2" id="{CF88DBCB-4CE8-4854-9F96-85140BBBB022}">
          <p14:sldIdLst>
            <p14:sldId id="1502"/>
            <p14:sldId id="1503"/>
            <p14:sldId id="1504"/>
          </p14:sldIdLst>
        </p14:section>
        <p14:section name="ch3" id="{A31AA2FF-5D4E-492C-A508-5CFD30D52128}">
          <p14:sldIdLst>
            <p14:sldId id="1505"/>
            <p14:sldId id="1506"/>
            <p14:sldId id="1507"/>
          </p14:sldIdLst>
        </p14:section>
        <p14:section name="ch4" id="{38C85E6F-749F-4304-BC0F-E047EA982CC2}">
          <p14:sldIdLst>
            <p14:sldId id="1508"/>
            <p14:sldId id="1509"/>
            <p14:sldId id="1512"/>
          </p14:sldIdLst>
        </p14:section>
        <p14:section name="cover" id="{0FC9970D-441B-4529-A112-2EB09CC4E608}">
          <p14:sldIdLst>
            <p14:sldId id="1498"/>
            <p14:sldId id="151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88" d="100"/>
          <a:sy n="88" d="100"/>
        </p:scale>
        <p:origin x="1278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4E0B-8AD0-25BA-3881-25111A78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D72B-958B-4B58-3343-8AF89BCF3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C3C57-A450-9211-F32A-45A5DC37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B9F8-B291-C3A0-3A8C-C3A44D7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47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FD10-12D6-1107-7BBC-942710CF3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75FFE-1C74-1141-211E-7BD221A0C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B3AA-DDF5-E60E-7A95-ADF0AED81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33A96-84B2-4AED-D215-B7B59412D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85C3E-46F6-4231-A8B2-BBA3DD00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E8E5A-EC3C-B69C-50C4-5FEA73C88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ACD0-CE05-5960-A3D4-74A62E9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FB4E-EC97-075E-47FA-A881318F4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56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85BC-3B29-5887-AA54-E97BA2A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4D988-6C51-5E87-12EE-74BB583EE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2D920-2EB5-A38B-6F09-E6ED8670B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8C613-4EF1-2D45-3D3D-5460D8CA0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C6D8-3A2C-6D85-71EE-B014C296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CFEF7-7F8D-0264-9BFD-8D755F64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03C5E-3B08-CE50-D20A-15A51C695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28CDF-1507-5675-AEA5-F7DBD003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74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A3CC-40B2-4644-5F17-07D88175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E528-690F-9657-3BFE-79386C2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E2CC5-6468-6C84-D9EA-FF860F76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106A-D58C-C8BC-6131-CB8AB18EA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195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650FC-7A79-645E-81FD-CC5BD8AC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91E9D-1B29-201F-3778-F7F3330C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6A4E-4A41-5F3E-75C8-91A9BB08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2A29-9081-3E1B-152B-17FD3A29C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781C-D61C-ACAF-4A8A-80D16BE4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B94AD-7AA6-197E-89DF-3CAB819DF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2B7E-7E83-10F4-A990-B35B226BD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B55CA-A4AE-0CE0-E3E7-00591513F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45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1CF2D-1A14-0A18-DBD4-266C6EE4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109DF-D5B7-1DA0-0E63-1540430D2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00E19-BC13-1507-00A2-955A7102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C6DD-DC0D-FE0D-7D25-073FEBC81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00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603A5-758E-B0D4-C7CB-19B6F4BD1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74515-6339-53F8-ACB3-E1D6E2C68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A827B-F288-333A-BC1D-3D02B76A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64C06-6E73-6487-661E-8C6D939D1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1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F675D-E006-7A04-9B36-5BAF03A0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D794E-F2F5-7A7B-426F-CD3100849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65618-5682-EFC4-13C2-A5E1E3AC0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9208-7ED6-F022-04F3-76C5C5FBD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04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.png"/><Relationship Id="rId5" Type="http://schemas.openxmlformats.org/officeDocument/2006/relationships/image" Target="../media/image19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0. Introduction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9D0D-3EC3-B01A-34C7-848B8720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924-6780-A5B0-C443-690C890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- 1.1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Setup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F99E1-8021-63CB-338D-E9785CBE86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10026-C065-472B-1179-1C7DFEC0187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F3A31-A138-B4F0-A55B-B44678E3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330729-4CB1-6D5E-C2F4-C47321A3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359" y="1398814"/>
            <a:ext cx="7141271" cy="50671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36F2-3CD4-396B-D9BB-6A9CD8F6B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687" y="3389194"/>
            <a:ext cx="4164041" cy="30236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512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4FE1-8E6E-4207-7604-63609C9A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F5E4-41E4-EA46-5C5A-5EE80879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Configuration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D07793-78ED-D091-0002-9A2EF94C65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51522-21F6-DF34-EDE5-8E5028D861F1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A9E04A-C59A-BA09-DED5-E479BA78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049DEA-F869-62FA-3DDB-1B73BDDC4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1" y="1638607"/>
            <a:ext cx="7481853" cy="477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Premium Vector | Configuration">
            <a:extLst>
              <a:ext uri="{FF2B5EF4-FFF2-40B4-BE49-F238E27FC236}">
                <a16:creationId xmlns:a16="http://schemas.microsoft.com/office/drawing/2014/main" id="{EC24773D-B5BB-998F-8064-E0F227C0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972" y="3515656"/>
            <a:ext cx="2825513" cy="282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767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441E-E86A-40D2-FC3C-65EAFF8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F430-3BD1-FE04-657B-1CD6EBAC0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- 2.1 How it Works?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FBE1F-7E24-85E9-23E5-8F69DFFE6E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A0A05-2CFA-EFF9-8D7F-552D38CA25E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A1525-60B0-A1A7-EAD7-21DC405B3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88266D-2263-35A0-6AC0-B7FCDBAD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350" y="1527421"/>
            <a:ext cx="8056659" cy="48172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0F8086-DCC7-A275-0DB5-64F64DC10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820" y="4059548"/>
            <a:ext cx="3397945" cy="19113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522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CC94-27E5-1D55-1B8B-8FC90EE1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07CF6-E40C-F345-0E34-8D2703DB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- 2.2 Key User Interface Elements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EE204-8E2C-9180-520F-A9864857B3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FCB9D-B887-D22F-BD12-FF042B99EA7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1977-5452-32E5-406B-8097D30D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F38747-E1E8-B219-3627-F28E576270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18" y="1398814"/>
            <a:ext cx="6226363" cy="50831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F3BD2F-4F46-D3FB-FAF9-90B156ACC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93" y="3669298"/>
            <a:ext cx="4741666" cy="301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779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3988-3B20-85EB-B2BD-77A0A8135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90CE-A2CD-9447-EAA8-F5E31D0F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- 2.3 Quick Start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8163CA-9C47-00E8-E7CC-691B45F487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87ADF-5FD7-17D0-EC7A-FA0037FFAE2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9792B-10C6-D729-57ED-2BC1A173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72668-8D3D-2C78-BEBC-2FC10E69A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380" y="1514173"/>
            <a:ext cx="6955763" cy="5129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AD7854-24BA-9780-34CD-5A7C7525A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521" y="3625755"/>
            <a:ext cx="4743086" cy="323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6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A6889-404A-5687-C7B3-9F630B97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4703-D2CE-9E68-20EC-51324229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- 3.1 Add Local Model to Workspace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653AB-D301-9B6C-5E96-64354F12C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5077F-F82B-8D99-22A2-B727BDA059AC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2D280-F60A-F6ED-62FE-1FF79915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4C320F-5DED-8972-AA5D-ECCCA4BE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456" y="1469575"/>
            <a:ext cx="7639732" cy="50313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46DA-B3D4-F30A-A539-30442A64C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509" y="4498788"/>
            <a:ext cx="4406392" cy="138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996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00FC4-5ECB-05BD-2C34-660224764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AA60-E379-52AB-BE92-81E3192D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- 3.2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Import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C858C-14A4-D069-791E-78A9D32FD4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0D14F5-3ED9-F36B-99A0-7C5823EF7146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4A19D-03A0-2BAE-A25F-40F1B7E1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F1C5C-0253-B003-CF8B-09FEA7D2A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370" y="1569660"/>
            <a:ext cx="7554854" cy="4956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CD394A-5124-DA41-D7DD-45A6CCD2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7313" y="4320725"/>
            <a:ext cx="4620383" cy="1484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16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AE5C-2CA0-83EA-2D67-49C9AF5B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E753-93D4-94B0-017A-1D35F69F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- 3.3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Delete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6537E1-F7A2-F31C-0E20-EBE02E570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1CD68-5162-6FE8-4FB9-B76FE12681F5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8B685-EDB3-3BA4-F909-E692FF26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5D8AB-EB23-5364-48B9-6D6B465018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467" y="1502128"/>
            <a:ext cx="7605109" cy="501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B5FD70-9CF0-98CD-ECD1-53F79C7A3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834" y="4594321"/>
            <a:ext cx="4930727" cy="1534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125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8C92-8A44-4447-E66C-5B7D13E12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7DA96-DE85-5D4A-42E7-65B86976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- 4.1 Commit or Undo Your Changes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796C5-F38F-846E-DF1E-14FC9E282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B9724-5E1B-E337-0A9A-842C7A64D87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515864-3C7F-9B32-2562-7FD46D90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49A542-C51A-123D-B269-50FE566A4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354" y="1470283"/>
            <a:ext cx="7897288" cy="51261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9714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9CC2E-CA3F-C1F9-F1E6-EDCBAAB85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840C4-26AA-3B92-5060-2370EEFC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7E1DF-694C-E8FB-7A89-6CC20BD9BF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7896E-BE89-82E0-3E09-337725C234D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03A4D8-E17F-B5C9-18ED-099D53BCC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637" y="1629406"/>
            <a:ext cx="9544840" cy="4499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5F9CF9-8D8F-96C9-DEEF-F0C0FAA732B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25115" y="1557356"/>
            <a:ext cx="2239248" cy="2223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EBD081-A69F-AEA9-F0C1-E4FE4AD13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2DE46B-9AFD-FFA8-039A-73D2195082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5381" y="4311775"/>
            <a:ext cx="1665036" cy="1086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3F1533-0186-1CA6-C4E6-AE5762800B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6198" y="4698819"/>
            <a:ext cx="2064783" cy="20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41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40C1-E70D-B5FD-9105-D469CE1A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432E-5507-6F5D-4F1D-9F13A972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- 4.3 Change History – Time Machine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ED1F0A-AF4A-ED1E-C1E6-16D1A8DDA2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E1458-6E2C-148E-553E-54031BF7062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13</a:t>
            </a:r>
            <a:endParaRPr lang="en-US" sz="9600" dirty="0">
              <a:solidFill>
                <a:schemeClr val="accent3">
                  <a:lumMod val="50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5353FF-11FA-86AC-4E4D-6EBB71439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01307D-28EC-8A9C-67B6-C5489825CA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451" y="1514173"/>
            <a:ext cx="7047861" cy="51413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DD458F-5CB9-9861-56BA-C004C2AFA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3373" y="2036441"/>
            <a:ext cx="3704817" cy="24698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99947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CF9753-D0C5-BD55-4373-3BAFE403D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9" y="405920"/>
            <a:ext cx="10559142" cy="60461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C533C1-92A3-74A2-282B-5460C2252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139" y="771493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DA860B-33FD-0D25-0C82-9F50E00F17AB}"/>
              </a:ext>
            </a:extLst>
          </p:cNvPr>
          <p:cNvSpPr txBox="1"/>
          <p:nvPr/>
        </p:nvSpPr>
        <p:spPr>
          <a:xfrm>
            <a:off x="5163728" y="3811840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448334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5102</TotalTime>
  <Words>221</Words>
  <Application>Microsoft Office PowerPoint</Application>
  <PresentationFormat>Widescreen</PresentationFormat>
  <Paragraphs>53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Amasis MT Pro Black</vt:lpstr>
      <vt:lpstr>Aptos</vt:lpstr>
      <vt:lpstr>Arial</vt:lpstr>
      <vt:lpstr>Arial Black</vt:lpstr>
      <vt:lpstr>Arial Rounded MT Bold</vt:lpstr>
      <vt:lpstr>Lora</vt:lpstr>
      <vt:lpstr>Playfair Display Black</vt:lpstr>
      <vt:lpstr>Poppins Light</vt:lpstr>
      <vt:lpstr>Gradient Circle</vt:lpstr>
      <vt:lpstr>coArchi1 - Collaboration Plugin</vt:lpstr>
      <vt:lpstr>coArchi1 – 0. Introduction - 0.2 Archi Test Environments</vt:lpstr>
      <vt:lpstr>coArchi1 – 1. Setup &amp; Config - 1.1 coArchi1 Setup</vt:lpstr>
      <vt:lpstr>coArchi1 – 1. Setup &amp; Config - 1.2 coArchi1 Configuration</vt:lpstr>
      <vt:lpstr>coArchi1 – 2. coArchi1 Basics - 2.1 How it Works?</vt:lpstr>
      <vt:lpstr>coArchi1 – 2. coArchi1 Basics - 2.2 Key User Interface Elements</vt:lpstr>
      <vt:lpstr>coArchi1 – 2. coArchi1 Basics - 2.3 Quick Start</vt:lpstr>
      <vt:lpstr>coArchi1 – 3. Manage Workspace - 3.1 Add Local Model to Workspace</vt:lpstr>
      <vt:lpstr>coArchi1 – 3. Manage Workspace - 3.2 Import a Model</vt:lpstr>
      <vt:lpstr>coArchi1 – 3. Manage Workspace - 3.3 Delete a Model</vt:lpstr>
      <vt:lpstr>coArchi1 – 4. Manage Changes - 4.1 Commit or Undo Your Changes</vt:lpstr>
      <vt:lpstr>coArchi1 – 4. Manage Changes - 4.2 Refresh and Publish</vt:lpstr>
      <vt:lpstr>coArchi1 – 4. Manage Changes - 4.3 Change History – Time Machine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22</cp:revision>
  <dcterms:created xsi:type="dcterms:W3CDTF">2026-03-01T02:15:44Z</dcterms:created>
  <dcterms:modified xsi:type="dcterms:W3CDTF">2026-03-04T15:20:18Z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