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4"/>
  </p:notesMasterIdLst>
  <p:handoutMasterIdLst>
    <p:handoutMasterId r:id="rId25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509" r:id="rId16"/>
    <p:sldId id="1512" r:id="rId17"/>
    <p:sldId id="1514" r:id="rId18"/>
    <p:sldId id="1515" r:id="rId19"/>
    <p:sldId id="1516" r:id="rId20"/>
    <p:sldId id="1517" r:id="rId21"/>
    <p:sldId id="1498" r:id="rId22"/>
    <p:sldId id="151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  <p14:sldId id="1509"/>
            <p14:sldId id="1512"/>
            <p14:sldId id="1514"/>
          </p14:sldIdLst>
        </p14:section>
        <p14:section name="ch5" id="{98F2282D-FB6A-40F3-BBC4-010FEE905C28}">
          <p14:sldIdLst>
            <p14:sldId id="1515"/>
            <p14:sldId id="1516"/>
            <p14:sldId id="1517"/>
          </p14:sldIdLst>
        </p14:section>
        <p14:section name="cover" id="{0FC9970D-441B-4529-A112-2EB09CC4E608}">
          <p14:sldIdLst>
            <p14:sldId id="1498"/>
            <p14:sldId id="15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105" d="100"/>
          <a:sy n="105" d="100"/>
        </p:scale>
        <p:origin x="639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603A5-758E-B0D4-C7CB-19B6F4BD1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74515-6339-53F8-ACB3-E1D6E2C68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A827B-F288-333A-BC1D-3D02B76A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4C06-6E73-6487-661E-8C6D939D1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675D-E006-7A04-9B36-5BAF03A0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D794E-F2F5-7A7B-426F-CD3100849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65618-5682-EFC4-13C2-A5E1E3AC0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9208-7ED6-F022-04F3-76C5C5FBD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042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47868-E202-C13C-208F-51454D38B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9D7C6-A13E-AD8E-C233-C4399DABA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E7A736-516A-B82A-BEC3-9D0AC1A2E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8ED67-5D08-207A-6FE9-D9F6674A0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932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5E36C-D020-BEF4-E14A-2B7188640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15A7-9594-E548-6619-D4ABEDEBB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4F529-1923-CDF4-F582-1154C5EB0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4E8F7-408B-8A75-63D3-45D71675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9934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8645F-D156-8219-3547-B6213619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C7AB2-8BE6-6320-BD8F-82E54C5EDD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EE2A75-C905-E21F-AFFA-1339AEB9A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D37A-1516-1BD5-3D8E-2291BD16D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686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59095-51FB-1B18-F0BD-A4D01EC61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628ADE-2FB4-7764-E2F4-99D326D3E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0E63F-BA2A-B283-865A-4E9834557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ACCE-0A26-895E-661E-F9BE71739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290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19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9CC2E-CA3F-C1F9-F1E6-EDCBAAB85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840C4-26AA-3B92-5060-2370EEFC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7E1DF-694C-E8FB-7A89-6CC20BD9BF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7896E-BE89-82E0-3E09-337725C234D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03A4D8-E17F-B5C9-18ED-099D53BCC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637" y="1629406"/>
            <a:ext cx="9544840" cy="4499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5F9CF9-8D8F-96C9-DEEF-F0C0FAA732B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25115" y="1557356"/>
            <a:ext cx="2239248" cy="2223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EBD081-A69F-AEA9-F0C1-E4FE4AD13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2DE46B-9AFD-FFA8-039A-73D219508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5381" y="4311775"/>
            <a:ext cx="1665036" cy="1086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3F1533-0186-1CA6-C4E6-AE5762800B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6198" y="4698819"/>
            <a:ext cx="2064783" cy="20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1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40C1-E70D-B5FD-9105-D469CE1A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432E-5507-6F5D-4F1D-9F13A972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- 4.3 Change History – Time Machine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ED1F0A-AF4A-ED1E-C1E6-16D1A8DDA2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E1458-6E2C-148E-553E-54031BF7062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5353FF-11FA-86AC-4E4D-6EBB71439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01307D-28EC-8A9C-67B6-C5489825C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451" y="1514173"/>
            <a:ext cx="7047861" cy="51413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DD458F-5CB9-9861-56BA-C004C2AFA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3373" y="2036441"/>
            <a:ext cx="3704817" cy="24698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99947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7B480-1BFF-5043-BB62-3D4F08F06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2C75D-D872-4413-2FC0-B3C8308F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- 4.4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Solve Conflicts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9CB708-EADC-EF7C-DD36-5829B8F8AC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94E9B-CE9C-C47A-2C8D-2F60152D244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CF4D9A-1A91-75AC-B1D0-F11887A92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25" y="1464536"/>
            <a:ext cx="8124509" cy="48766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FAD4A4-9C60-600E-A71E-355194B48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828" y="2201158"/>
            <a:ext cx="2718104" cy="20569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105F56-537D-CB00-9A80-63E458A30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2138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9B2A-63DA-B305-10D0-2E177A59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502F-AB82-5F30-1BB1-FC46CF7C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- 5.1 Create and Delete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6D0BE8-64CD-3E1C-5566-0FCC669CC9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77A22-6316-823F-30FE-8FD4987225D5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906929-1031-2841-815E-4EC2D9FA1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81" y="1652839"/>
            <a:ext cx="7878274" cy="45440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56D2BF-FE25-26EB-32E7-771B5F8BB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9F27F4-1C54-DEAB-CDA0-500A663F0F9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5F5F5"/>
              </a:clrFrom>
              <a:clrTo>
                <a:srgbClr val="F5F5F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33076" y="2729552"/>
            <a:ext cx="4863491" cy="18714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5649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6A0C8-51A1-D836-B721-DBC2412B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6C5E2-1466-A905-4DC2-49B4597CA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- 5.2 Merge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ACEEFC-9AA6-934C-50C2-5EDED99D9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ABAC8-894B-55B1-6DA7-BFC7F514208B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42D16B-02D0-D464-FE30-BC47B362B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1582C-2D5B-6E64-810A-B9917CECF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489" y="1627896"/>
            <a:ext cx="8761245" cy="49728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E6F65B-2174-71F4-A27E-237F4F0F3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26" y="2068286"/>
            <a:ext cx="4012190" cy="20198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45551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AAE45-CA3B-C97B-6052-55F6BA0B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070D-F0C4-5EFE-62F7-E04ABFFD0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- 5.3 Handling Branches in the 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768932-EB3E-ADBA-8198-A6C459C43F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E0A43-E85C-9ED9-6D17-E19887561FAB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55CBF1-E2C1-1630-2DD7-F1F9B6858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98797B-6BBB-277D-79A2-3F86A2C10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830" y="1433183"/>
            <a:ext cx="8162955" cy="45991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4AE93D-AD20-1C66-AA73-DA1C2D65E51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7F6F4"/>
              </a:clrFrom>
              <a:clrTo>
                <a:srgbClr val="F7F6F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68863" y="1824857"/>
            <a:ext cx="3382194" cy="2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7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F9753-D0C5-BD55-4373-3BAFE403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9" y="405920"/>
            <a:ext cx="10559142" cy="604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533C1-92A3-74A2-282B-5460C225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139" y="771493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DA860B-33FD-0D25-0C82-9F50E00F17AB}"/>
              </a:ext>
            </a:extLst>
          </p:cNvPr>
          <p:cNvSpPr txBox="1"/>
          <p:nvPr/>
        </p:nvSpPr>
        <p:spPr>
          <a:xfrm>
            <a:off x="5163728" y="3811840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48334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6380</TotalTime>
  <Words>290</Words>
  <Application>Microsoft Office PowerPoint</Application>
  <PresentationFormat>Widescreen</PresentationFormat>
  <Paragraphs>69</Paragraphs>
  <Slides>19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coArchi1 – 4. Manage Changes - 4.2 Refresh and Publish</vt:lpstr>
      <vt:lpstr>coArchi1 – 4. Manage Changes - 4.3 Change History – Time Machine</vt:lpstr>
      <vt:lpstr>coArchi1 – 4. Manage Changes - 4.4 Solve Conflicts</vt:lpstr>
      <vt:lpstr>coArchi1 – 5. Manage Branches - 5.1 Create and Delete Branches</vt:lpstr>
      <vt:lpstr>coArchi1 – 5. Manage Branches - 5.2 Merge Branches</vt:lpstr>
      <vt:lpstr>coArchi1 – 5. Manage Branches - 5.3 Handling Branches in the Team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25</cp:revision>
  <dcterms:created xsi:type="dcterms:W3CDTF">2026-03-01T02:15:44Z</dcterms:created>
  <dcterms:modified xsi:type="dcterms:W3CDTF">2026-03-05T12:38:02Z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