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  <p:sldId id="2569" r:id="rId9"/>
  </p:sldIdLst>
  <p:sldSz cx="7556500" cy="106934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 <Relationship Id="img_0_2_4.png" Type="http://schemas.openxmlformats.org/officeDocument/2006/relationships/image" Target="../media/img_0_2_4.png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 <Relationship Id="img_0_3_3.png" Type="http://schemas.openxmlformats.org/officeDocument/2006/relationships/image" Target="../media/img_0_3_3.png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 <Relationship Id="img_0_4_3.png" Type="http://schemas.openxmlformats.org/officeDocument/2006/relationships/image" Target="../media/img_0_4_3.png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9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650065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30522"/>
          </a:stretch>
        </p:blipFill>
        <p:spPr>
          <a:xfrm rot="0">
            <a:off x="0" y="0"/>
            <a:ext cx="7556500" cy="10693400"/>
          </a:xfrm>
          <a:prstGeom prst="rect">
            <a:avLst/>
          </a:prstGeom>
        </p:spPr>
      </p:pic>
      <p:sp>
        <p:nvSpPr>
          <p:cNvPr id="1331325440" name="Text">
    </p:cNvPr>
          <p:cNvSpPr>
            <a:spLocks noGrp="1"/>
          </p:cNvSpPr>
          <p:nvPr/>
        </p:nvSpPr>
        <p:spPr>
          <a:xfrm rot="0">
            <a:off x="520700" y="4025900"/>
            <a:ext cx="65405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2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2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651766956" name="Text">
    </p:cNvPr>
          <p:cNvSpPr>
            <a:spLocks noGrp="1"/>
          </p:cNvSpPr>
          <p:nvPr/>
        </p:nvSpPr>
        <p:spPr>
          <a:xfrm rot="0">
            <a:off x="520700" y="4432300"/>
            <a:ext cx="65405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20 Sep 2025 13:13:44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771930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878920432" name="Text">
    </p:cNvPr>
          <p:cNvSpPr>
            <a:spLocks noGrp="1"/>
          </p:cNvSpPr>
          <p:nvPr/>
        </p:nvSpPr>
        <p:spPr>
          <a:xfrm rot="0">
            <a:off x="508000" y="11430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This is also used to show in HTML Report</a:t>
            </a:r>
          </a:p>
        </p:txBody>
      </p:sp>
      <p:sp>
        <p:nvSpPr>
          <p:cNvPr id="88834891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Purpose</a:t>
            </a:r>
          </a:p>
        </p:txBody>
      </p:sp>
      <p:sp>
        <p:nvSpPr>
          <p:cNvPr id="1167631310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717970333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30587489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324078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68286710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Views</a:t>
            </a:r>
          </a:p>
        </p:txBody>
      </p:sp>
      <p:sp>
        <p:nvSpPr>
          <p:cNvPr id="1561948900" name="Text">
    </p:cNvPr>
          <p:cNvSpPr>
            <a:spLocks noGrp="1"/>
          </p:cNvSpPr>
          <p:nvPr/>
        </p:nvSpPr>
        <p:spPr>
          <a:xfrm rot="0">
            <a:off x="508000" y="1270000"/>
            <a:ext cx="6540500" cy="2413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6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600">
                <a:latin typeface="DejaVu Sans"/>
                <a:ea typeface="DejaVu Sans"/>
                <a:cs typeface="DejaVu Sans"/>
              </a:rPr>
              <a:t>Application Landscape</a:t>
            </a:r>
          </a:p>
        </p:txBody>
      </p:sp>
      <p:sp>
        <p:nvSpPr>
          <p:cNvPr id="1562324058" name="Text">
    </p:cNvPr>
          <p:cNvSpPr>
            <a:spLocks noGrp="1"/>
          </p:cNvSpPr>
          <p:nvPr/>
        </p:nvSpPr>
        <p:spPr>
          <a:xfrm rot="0">
            <a:off x="508000" y="15113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 i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No viewpoint</a:t>
            </a:r>
          </a:p>
        </p:txBody>
      </p:sp>
      <p:pic>
        <p:nvPicPr>
          <p:cNvPr id="1634639471" name="Picture">
    </p:cNvPr>
          <p:cNvPicPr>
            <a:picLocks noChangeAspect="1"/>
          </p:cNvPicPr>
          <p:nvPr/>
        </p:nvPicPr>
        <p:blipFill>
          <a:blip r:embed="img_0_2_4.png"/>
          <a:srcRect/>
          <a:stretch>
            <a:fillRect l="0" t="0" r="194" b="0"/>
          </a:stretch>
        </p:blipFill>
        <p:spPr>
          <a:xfrm rot="0">
            <a:off x="508000" y="1765300"/>
            <a:ext cx="6540500" cy="3505200"/>
          </a:xfrm>
          <a:prstGeom prst="rect">
            <a:avLst/>
          </a:prstGeom>
        </p:spPr>
      </p:pic>
      <p:sp>
        <p:nvSpPr>
          <p:cNvPr id="817742004" name="Text">
    </p:cNvPr>
          <p:cNvSpPr>
            <a:spLocks noGrp="1"/>
          </p:cNvSpPr>
          <p:nvPr/>
        </p:nvSpPr>
        <p:spPr>
          <a:xfrm rot="0">
            <a:off x="508000" y="5270500"/>
            <a:ext cx="6527800" cy="4445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4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400">
                <a:latin typeface="DejaVu Sans"/>
                <a:ea typeface="DejaVu Sans"/>
                <a:cs typeface="DejaVu Sans"/>
              </a:rPr>
              <a:t>Elements</a:t>
            </a:r>
          </a:p>
        </p:txBody>
      </p:sp>
      <p:sp>
        <p:nvSpPr>
          <p:cNvPr id="350504709" name="Text">
    </p:cNvPr>
          <p:cNvSpPr>
            <a:spLocks noGrp="1"/>
          </p:cNvSpPr>
          <p:nvPr/>
        </p:nvSpPr>
        <p:spPr>
          <a:xfrm rot="0">
            <a:off x="508000" y="57531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Element</a:t>
            </a:r>
          </a:p>
        </p:txBody>
      </p:sp>
      <p:sp>
        <p:nvSpPr>
          <p:cNvPr id="2104166501" name="Text">
    </p:cNvPr>
          <p:cNvSpPr>
            <a:spLocks noGrp="1"/>
          </p:cNvSpPr>
          <p:nvPr/>
        </p:nvSpPr>
        <p:spPr>
          <a:xfrm rot="0">
            <a:off x="3771900" y="57531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929792678" name="Text">
    </p:cNvPr>
          <p:cNvSpPr>
            <a:spLocks noGrp="1"/>
          </p:cNvSpPr>
          <p:nvPr/>
        </p:nvSpPr>
        <p:spPr>
          <a:xfrm rot="0">
            <a:off x="508000" y="5956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761305618" name="Text">
    </p:cNvPr>
          <p:cNvSpPr>
            <a:spLocks noGrp="1"/>
          </p:cNvSpPr>
          <p:nvPr/>
        </p:nvSpPr>
        <p:spPr>
          <a:xfrm rot="0">
            <a:off x="3771900" y="5956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462044372" name="Text">
    </p:cNvPr>
          <p:cNvSpPr>
            <a:spLocks noGrp="1"/>
          </p:cNvSpPr>
          <p:nvPr/>
        </p:nvSpPr>
        <p:spPr>
          <a:xfrm rot="0">
            <a:off x="508000" y="6159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1040656352" name="Text">
    </p:cNvPr>
          <p:cNvSpPr>
            <a:spLocks noGrp="1"/>
          </p:cNvSpPr>
          <p:nvPr/>
        </p:nvSpPr>
        <p:spPr>
          <a:xfrm rot="0">
            <a:off x="3771900" y="6159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2133147642" name="Text">
    </p:cNvPr>
          <p:cNvSpPr>
            <a:spLocks noGrp="1"/>
          </p:cNvSpPr>
          <p:nvPr/>
        </p:nvSpPr>
        <p:spPr>
          <a:xfrm rot="0">
            <a:off x="508000" y="63627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Customer Portal</a:t>
            </a:r>
          </a:p>
        </p:txBody>
      </p:sp>
      <p:sp>
        <p:nvSpPr>
          <p:cNvPr id="1446808070" name="Text">
    </p:cNvPr>
          <p:cNvSpPr>
            <a:spLocks noGrp="1"/>
          </p:cNvSpPr>
          <p:nvPr/>
        </p:nvSpPr>
        <p:spPr>
          <a:xfrm rot="0">
            <a:off x="3771900" y="63627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479879305" name="Text">
    </p:cNvPr>
          <p:cNvSpPr>
            <a:spLocks noGrp="1"/>
          </p:cNvSpPr>
          <p:nvPr/>
        </p:nvSpPr>
        <p:spPr>
          <a:xfrm rot="0">
            <a:off x="508000" y="65659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ERP App</a:t>
            </a:r>
          </a:p>
        </p:txBody>
      </p:sp>
      <p:sp>
        <p:nvSpPr>
          <p:cNvPr id="463830237" name="Text">
    </p:cNvPr>
          <p:cNvSpPr>
            <a:spLocks noGrp="1"/>
          </p:cNvSpPr>
          <p:nvPr/>
        </p:nvSpPr>
        <p:spPr>
          <a:xfrm rot="0">
            <a:off x="3771900" y="65659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1294551740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2138543525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054977625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267938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807808234" name="Text">
    </p:cNvPr>
          <p:cNvSpPr>
            <a:spLocks noGrp="1"/>
          </p:cNvSpPr>
          <p:nvPr/>
        </p:nvSpPr>
        <p:spPr>
          <a:xfrm rot="0">
            <a:off x="508000" y="762000"/>
            <a:ext cx="6540500" cy="2413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6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600">
                <a:latin typeface="DejaVu Sans"/>
                <a:ea typeface="DejaVu Sans"/>
                <a:cs typeface="DejaVu Sans"/>
              </a:rPr>
              <a:t>Ref View</a:t>
            </a:r>
          </a:p>
        </p:txBody>
      </p:sp>
      <p:sp>
        <p:nvSpPr>
          <p:cNvPr id="5631399" name="Text">
    </p:cNvPr>
          <p:cNvSpPr>
            <a:spLocks noGrp="1"/>
          </p:cNvSpPr>
          <p:nvPr/>
        </p:nvSpPr>
        <p:spPr>
          <a:xfrm rot="0">
            <a:off x="508000" y="10033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 i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No viewpoint</a:t>
            </a:r>
          </a:p>
        </p:txBody>
      </p:sp>
      <p:pic>
        <p:nvPicPr>
          <p:cNvPr id="1592411230" name="Picture">
    </p:cNvPr>
          <p:cNvPicPr>
            <a:picLocks noChangeAspect="1"/>
          </p:cNvPicPr>
          <p:nvPr/>
        </p:nvPicPr>
        <p:blipFill>
          <a:blip r:embed="img_0_3_3.png"/>
          <a:srcRect/>
          <a:stretch>
            <a:fillRect l="0" t="0" r="0" b="28999"/>
          </a:stretch>
        </p:blipFill>
        <p:spPr>
          <a:xfrm rot="0">
            <a:off x="508000" y="1257300"/>
            <a:ext cx="6540500" cy="1270000"/>
          </a:xfrm>
          <a:prstGeom prst="rect">
            <a:avLst/>
          </a:prstGeom>
        </p:spPr>
      </p:pic>
      <p:sp>
        <p:nvSpPr>
          <p:cNvPr id="1173842262" name="Text">
    </p:cNvPr>
          <p:cNvSpPr>
            <a:spLocks noGrp="1"/>
          </p:cNvSpPr>
          <p:nvPr/>
        </p:nvSpPr>
        <p:spPr>
          <a:xfrm rot="0">
            <a:off x="508000" y="2527300"/>
            <a:ext cx="6527800" cy="4445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4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400">
                <a:latin typeface="DejaVu Sans"/>
                <a:ea typeface="DejaVu Sans"/>
                <a:cs typeface="DejaVu Sans"/>
              </a:rPr>
              <a:t>Elements</a:t>
            </a:r>
          </a:p>
        </p:txBody>
      </p:sp>
      <p:sp>
        <p:nvSpPr>
          <p:cNvPr id="1793105050" name="Text">
    </p:cNvPr>
          <p:cNvSpPr>
            <a:spLocks noGrp="1"/>
          </p:cNvSpPr>
          <p:nvPr/>
        </p:nvSpPr>
        <p:spPr>
          <a:xfrm rot="0">
            <a:off x="508000" y="30099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Element</a:t>
            </a:r>
          </a:p>
        </p:txBody>
      </p:sp>
      <p:sp>
        <p:nvSpPr>
          <p:cNvPr id="476381582" name="Text">
    </p:cNvPr>
          <p:cNvSpPr>
            <a:spLocks noGrp="1"/>
          </p:cNvSpPr>
          <p:nvPr/>
        </p:nvSpPr>
        <p:spPr>
          <a:xfrm rot="0">
            <a:off x="3771900" y="30099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649326888" name="Text">
    </p:cNvPr>
          <p:cNvSpPr>
            <a:spLocks noGrp="1"/>
          </p:cNvSpPr>
          <p:nvPr/>
        </p:nvSpPr>
        <p:spPr>
          <a:xfrm rot="0">
            <a:off x="508000" y="32131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1: application form</a:t>
            </a:r>
          </a:p>
        </p:txBody>
      </p:sp>
      <p:sp>
        <p:nvSpPr>
          <p:cNvPr id="479052782" name="Text">
    </p:cNvPr>
          <p:cNvSpPr>
            <a:spLocks noGrp="1"/>
          </p:cNvSpPr>
          <p:nvPr/>
        </p:nvSpPr>
        <p:spPr>
          <a:xfrm rot="0">
            <a:off x="3771900" y="32131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1919391913" name="Text">
    </p:cNvPr>
          <p:cNvSpPr>
            <a:spLocks noGrp="1"/>
          </p:cNvSpPr>
          <p:nvPr/>
        </p:nvSpPr>
        <p:spPr>
          <a:xfrm rot="0">
            <a:off x="508000" y="3416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2: review by manager</a:t>
            </a:r>
          </a:p>
        </p:txBody>
      </p:sp>
      <p:sp>
        <p:nvSpPr>
          <p:cNvPr id="1178242586" name="Text">
    </p:cNvPr>
          <p:cNvSpPr>
            <a:spLocks noGrp="1"/>
          </p:cNvSpPr>
          <p:nvPr/>
        </p:nvSpPr>
        <p:spPr>
          <a:xfrm rot="0">
            <a:off x="3771900" y="3416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1362815502" name="Text">
    </p:cNvPr>
          <p:cNvSpPr>
            <a:spLocks noGrp="1"/>
          </p:cNvSpPr>
          <p:nvPr/>
        </p:nvSpPr>
        <p:spPr>
          <a:xfrm rot="0">
            <a:off x="508000" y="3619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3: approval</a:t>
            </a:r>
          </a:p>
        </p:txBody>
      </p:sp>
      <p:sp>
        <p:nvSpPr>
          <p:cNvPr id="593154420" name="Text">
    </p:cNvPr>
          <p:cNvSpPr>
            <a:spLocks noGrp="1"/>
          </p:cNvSpPr>
          <p:nvPr/>
        </p:nvSpPr>
        <p:spPr>
          <a:xfrm rot="0">
            <a:off x="3771900" y="3619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1840686950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2137964180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35483091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181166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2030195181" name="Text">
    </p:cNvPr>
          <p:cNvSpPr>
            <a:spLocks noGrp="1"/>
          </p:cNvSpPr>
          <p:nvPr/>
        </p:nvSpPr>
        <p:spPr>
          <a:xfrm rot="0">
            <a:off x="508000" y="762000"/>
            <a:ext cx="6540500" cy="2413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6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600">
                <a:latin typeface="DejaVu Sans"/>
                <a:ea typeface="DejaVu Sans"/>
                <a:cs typeface="DejaVu Sans"/>
              </a:rPr>
              <a:t>Strategy View</a:t>
            </a:r>
          </a:p>
        </p:txBody>
      </p:sp>
      <p:sp>
        <p:nvSpPr>
          <p:cNvPr id="203878088" name="Text">
    </p:cNvPr>
          <p:cNvSpPr>
            <a:spLocks noGrp="1"/>
          </p:cNvSpPr>
          <p:nvPr/>
        </p:nvSpPr>
        <p:spPr>
          <a:xfrm rot="0">
            <a:off x="508000" y="10033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 i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No viewpoint</a:t>
            </a:r>
          </a:p>
        </p:txBody>
      </p:sp>
      <p:pic>
        <p:nvPicPr>
          <p:cNvPr id="1306733508" name="Picture">
    </p:cNvPr>
          <p:cNvPicPr>
            <a:picLocks noChangeAspect="1"/>
          </p:cNvPicPr>
          <p:nvPr/>
        </p:nvPicPr>
        <p:blipFill>
          <a:blip r:embed="img_0_4_3.png"/>
          <a:srcRect/>
          <a:stretch>
            <a:fillRect l="0" t="0" r="194" b="0"/>
          </a:stretch>
        </p:blipFill>
        <p:spPr>
          <a:xfrm rot="0">
            <a:off x="508000" y="1257300"/>
            <a:ext cx="6540500" cy="5270500"/>
          </a:xfrm>
          <a:prstGeom prst="rect">
            <a:avLst/>
          </a:prstGeom>
        </p:spPr>
      </p:pic>
      <p:sp>
        <p:nvSpPr>
          <p:cNvPr id="889574561" name="Text">
    </p:cNvPr>
          <p:cNvSpPr>
            <a:spLocks noGrp="1"/>
          </p:cNvSpPr>
          <p:nvPr/>
        </p:nvSpPr>
        <p:spPr>
          <a:xfrm rot="0">
            <a:off x="508000" y="6527800"/>
            <a:ext cx="6527800" cy="4445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4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400">
                <a:latin typeface="DejaVu Sans"/>
                <a:ea typeface="DejaVu Sans"/>
                <a:cs typeface="DejaVu Sans"/>
              </a:rPr>
              <a:t>Elements</a:t>
            </a:r>
          </a:p>
        </p:txBody>
      </p:sp>
      <p:sp>
        <p:nvSpPr>
          <p:cNvPr id="242105447" name="Text">
    </p:cNvPr>
          <p:cNvSpPr>
            <a:spLocks noGrp="1"/>
          </p:cNvSpPr>
          <p:nvPr/>
        </p:nvSpPr>
        <p:spPr>
          <a:xfrm rot="0">
            <a:off x="508000" y="70104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Element</a:t>
            </a:r>
          </a:p>
        </p:txBody>
      </p:sp>
      <p:sp>
        <p:nvSpPr>
          <p:cNvPr id="1174138378" name="Text">
    </p:cNvPr>
          <p:cNvSpPr>
            <a:spLocks noGrp="1"/>
          </p:cNvSpPr>
          <p:nvPr/>
        </p:nvSpPr>
        <p:spPr>
          <a:xfrm rot="0">
            <a:off x="3771900" y="70104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8416175" name="Text">
    </p:cNvPr>
          <p:cNvSpPr>
            <a:spLocks noGrp="1"/>
          </p:cNvSpPr>
          <p:nvPr/>
        </p:nvSpPr>
        <p:spPr>
          <a:xfrm rot="0">
            <a:off x="508000" y="72136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465242050" name="Text">
    </p:cNvPr>
          <p:cNvSpPr>
            <a:spLocks noGrp="1"/>
          </p:cNvSpPr>
          <p:nvPr/>
        </p:nvSpPr>
        <p:spPr>
          <a:xfrm rot="0">
            <a:off x="3771900" y="72136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690930646" name="Text">
    </p:cNvPr>
          <p:cNvSpPr>
            <a:spLocks noGrp="1"/>
          </p:cNvSpPr>
          <p:nvPr/>
        </p:nvSpPr>
        <p:spPr>
          <a:xfrm rot="0">
            <a:off x="508000" y="74168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2119738619" name="Text">
    </p:cNvPr>
          <p:cNvSpPr>
            <a:spLocks noGrp="1"/>
          </p:cNvSpPr>
          <p:nvPr/>
        </p:nvSpPr>
        <p:spPr>
          <a:xfrm rot="0">
            <a:off x="3771900" y="74168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2097575308" name="Text">
    </p:cNvPr>
          <p:cNvSpPr>
            <a:spLocks noGrp="1"/>
          </p:cNvSpPr>
          <p:nvPr/>
        </p:nvSpPr>
        <p:spPr>
          <a:xfrm rot="0">
            <a:off x="508000" y="76200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Resource</a:t>
            </a:r>
          </a:p>
        </p:txBody>
      </p:sp>
      <p:sp>
        <p:nvSpPr>
          <p:cNvPr id="1044441337" name="Text">
    </p:cNvPr>
          <p:cNvSpPr>
            <a:spLocks noGrp="1"/>
          </p:cNvSpPr>
          <p:nvPr/>
        </p:nvSpPr>
        <p:spPr>
          <a:xfrm rot="0">
            <a:off x="3771900" y="76200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Resource</a:t>
            </a:r>
          </a:p>
        </p:txBody>
      </p:sp>
      <p:sp>
        <p:nvSpPr>
          <p:cNvPr id="374302170" name="Text">
    </p:cNvPr>
          <p:cNvSpPr>
            <a:spLocks noGrp="1"/>
          </p:cNvSpPr>
          <p:nvPr/>
        </p:nvSpPr>
        <p:spPr>
          <a:xfrm rot="0">
            <a:off x="508000" y="78232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Value Stream</a:t>
            </a:r>
          </a:p>
        </p:txBody>
      </p:sp>
      <p:sp>
        <p:nvSpPr>
          <p:cNvPr id="755721364" name="Text">
    </p:cNvPr>
          <p:cNvSpPr>
            <a:spLocks noGrp="1"/>
          </p:cNvSpPr>
          <p:nvPr/>
        </p:nvSpPr>
        <p:spPr>
          <a:xfrm rot="0">
            <a:off x="3771900" y="78232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Value Stream</a:t>
            </a:r>
          </a:p>
        </p:txBody>
      </p:sp>
      <p:sp>
        <p:nvSpPr>
          <p:cNvPr id="1676664492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1515320584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791568899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139219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928856621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543732132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62475161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467868115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815970013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2008757558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25830332" name="Text">
    </p:cNvPr>
          <p:cNvSpPr>
            <a:spLocks noGrp="1"/>
          </p:cNvSpPr>
          <p:nvPr/>
        </p:nvSpPr>
        <p:spPr>
          <a:xfrm rot="0">
            <a:off x="508000" y="252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Resource</a:t>
            </a:r>
          </a:p>
        </p:txBody>
      </p:sp>
      <p:sp>
        <p:nvSpPr>
          <p:cNvPr id="1071324388" name="Text">
    </p:cNvPr>
          <p:cNvSpPr>
            <a:spLocks noGrp="1"/>
          </p:cNvSpPr>
          <p:nvPr/>
        </p:nvSpPr>
        <p:spPr>
          <a:xfrm rot="0">
            <a:off x="508000" y="275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451563932" name="Text">
    </p:cNvPr>
          <p:cNvSpPr>
            <a:spLocks noGrp="1"/>
          </p:cNvSpPr>
          <p:nvPr/>
        </p:nvSpPr>
        <p:spPr>
          <a:xfrm rot="0">
            <a:off x="2413000" y="275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Resource</a:t>
            </a:r>
          </a:p>
        </p:txBody>
      </p:sp>
      <p:sp>
        <p:nvSpPr>
          <p:cNvPr id="886490482" name="Text">
    </p:cNvPr>
          <p:cNvSpPr>
            <a:spLocks noGrp="1"/>
          </p:cNvSpPr>
          <p:nvPr/>
        </p:nvSpPr>
        <p:spPr>
          <a:xfrm rot="0">
            <a:off x="508000" y="316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Value Stream</a:t>
            </a:r>
          </a:p>
        </p:txBody>
      </p:sp>
      <p:sp>
        <p:nvSpPr>
          <p:cNvPr id="863273648" name="Text">
    </p:cNvPr>
          <p:cNvSpPr>
            <a:spLocks noGrp="1"/>
          </p:cNvSpPr>
          <p:nvPr/>
        </p:nvSpPr>
        <p:spPr>
          <a:xfrm rot="0">
            <a:off x="508000" y="339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420788742" name="Text">
    </p:cNvPr>
          <p:cNvSpPr>
            <a:spLocks noGrp="1"/>
          </p:cNvSpPr>
          <p:nvPr/>
        </p:nvSpPr>
        <p:spPr>
          <a:xfrm rot="0">
            <a:off x="2413000" y="339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Value Stream</a:t>
            </a:r>
          </a:p>
        </p:txBody>
      </p:sp>
      <p:sp>
        <p:nvSpPr>
          <p:cNvPr id="478235070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Strategy Layer</a:t>
            </a:r>
          </a:p>
        </p:txBody>
      </p:sp>
      <p:sp>
        <p:nvSpPr>
          <p:cNvPr id="520024585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151556708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850399800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069274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556775671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new step</a:t>
            </a:r>
          </a:p>
        </p:txBody>
      </p:sp>
      <p:sp>
        <p:nvSpPr>
          <p:cNvPr id="930466261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592920968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329525632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Step 1: application form</a:t>
            </a:r>
          </a:p>
        </p:txBody>
      </p:sp>
      <p:sp>
        <p:nvSpPr>
          <p:cNvPr id="1326502659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446154325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408055632" name="Text">
    </p:cNvPr>
          <p:cNvSpPr>
            <a:spLocks noGrp="1"/>
          </p:cNvSpPr>
          <p:nvPr/>
        </p:nvSpPr>
        <p:spPr>
          <a:xfrm rot="0">
            <a:off x="508000" y="252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Step 2: review by manager</a:t>
            </a:r>
          </a:p>
        </p:txBody>
      </p:sp>
      <p:sp>
        <p:nvSpPr>
          <p:cNvPr id="705211891" name="Text">
    </p:cNvPr>
          <p:cNvSpPr>
            <a:spLocks noGrp="1"/>
          </p:cNvSpPr>
          <p:nvPr/>
        </p:nvSpPr>
        <p:spPr>
          <a:xfrm rot="0">
            <a:off x="508000" y="275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674181498" name="Text">
    </p:cNvPr>
          <p:cNvSpPr>
            <a:spLocks noGrp="1"/>
          </p:cNvSpPr>
          <p:nvPr/>
        </p:nvSpPr>
        <p:spPr>
          <a:xfrm rot="0">
            <a:off x="2413000" y="275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557543278" name="Text">
    </p:cNvPr>
          <p:cNvSpPr>
            <a:spLocks noGrp="1"/>
          </p:cNvSpPr>
          <p:nvPr/>
        </p:nvSpPr>
        <p:spPr>
          <a:xfrm rot="0">
            <a:off x="508000" y="316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Step 3: approval</a:t>
            </a:r>
          </a:p>
        </p:txBody>
      </p:sp>
      <p:sp>
        <p:nvSpPr>
          <p:cNvPr id="714652918" name="Text">
    </p:cNvPr>
          <p:cNvSpPr>
            <a:spLocks noGrp="1"/>
          </p:cNvSpPr>
          <p:nvPr/>
        </p:nvSpPr>
        <p:spPr>
          <a:xfrm rot="0">
            <a:off x="508000" y="339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158736739" name="Text">
    </p:cNvPr>
          <p:cNvSpPr>
            <a:spLocks noGrp="1"/>
          </p:cNvSpPr>
          <p:nvPr/>
        </p:nvSpPr>
        <p:spPr>
          <a:xfrm rot="0">
            <a:off x="2413000" y="339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Business Process</a:t>
            </a:r>
          </a:p>
        </p:txBody>
      </p:sp>
      <p:sp>
        <p:nvSpPr>
          <p:cNvPr id="1773062800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Business Layer</a:t>
            </a:r>
          </a:p>
        </p:txBody>
      </p:sp>
      <p:sp>
        <p:nvSpPr>
          <p:cNvPr id="328505556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2080696668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988170602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2522675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1041059404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568912215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369989510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1301860882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Customer Portal</a:t>
            </a:r>
          </a:p>
        </p:txBody>
      </p:sp>
      <p:sp>
        <p:nvSpPr>
          <p:cNvPr id="422812355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2138532579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96232236" name="Text">
    </p:cNvPr>
          <p:cNvSpPr>
            <a:spLocks noGrp="1"/>
          </p:cNvSpPr>
          <p:nvPr/>
        </p:nvSpPr>
        <p:spPr>
          <a:xfrm rot="0">
            <a:off x="508000" y="252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ERP App</a:t>
            </a:r>
          </a:p>
        </p:txBody>
      </p:sp>
      <p:sp>
        <p:nvSpPr>
          <p:cNvPr id="247413195" name="Text">
    </p:cNvPr>
          <p:cNvSpPr>
            <a:spLocks noGrp="1"/>
          </p:cNvSpPr>
          <p:nvPr/>
        </p:nvSpPr>
        <p:spPr>
          <a:xfrm rot="0">
            <a:off x="508000" y="275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99184221" name="Text">
    </p:cNvPr>
          <p:cNvSpPr>
            <a:spLocks noGrp="1"/>
          </p:cNvSpPr>
          <p:nvPr/>
        </p:nvSpPr>
        <p:spPr>
          <a:xfrm rot="0">
            <a:off x="2413000" y="275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1337662647" name="Frame"/>
          <p:cNvSpPr>
            <a:spLocks noGrp="1"/>
          </p:cNvSpPr>
          <p:nvPr/>
        </p:nvSpPr>
        <p:spPr>
          <a:xfrm>
            <a:off x="508000" y="2959100"/>
            <a:ext cx="6540500" cy="2032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95776111" name="Text">
    </p:cNvPr>
          <p:cNvSpPr>
            <a:spLocks noGrp="1"/>
          </p:cNvSpPr>
          <p:nvPr/>
        </p:nvSpPr>
        <p:spPr>
          <a:xfrm rot="0">
            <a:off x="508000" y="2959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_hide_from_export_</a:t>
            </a:r>
          </a:p>
        </p:txBody>
      </p:sp>
      <p:sp>
        <p:nvSpPr>
          <p:cNvPr id="1585358570" name="Text">
    </p:cNvPr>
          <p:cNvSpPr>
            <a:spLocks noGrp="1"/>
          </p:cNvSpPr>
          <p:nvPr/>
        </p:nvSpPr>
        <p:spPr>
          <a:xfrm rot="0">
            <a:off x="2413000" y="2959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true</a:t>
            </a:r>
          </a:p>
        </p:txBody>
      </p:sp>
      <p:sp>
        <p:nvSpPr>
          <p:cNvPr id="791326687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Application Layer</a:t>
            </a:r>
          </a:p>
        </p:txBody>
      </p:sp>
      <p:sp>
        <p:nvSpPr>
          <p:cNvPr id="954417193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1424781201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187928060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830900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2131675664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94422649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660618476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273112950" name="Text">
    </p:cNvPr>
          <p:cNvSpPr>
            <a:spLocks noGrp="1"/>
          </p:cNvSpPr>
          <p:nvPr/>
        </p:nvSpPr>
        <p:spPr>
          <a:xfrm rot="0">
            <a:off x="2413000" y="1689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420497700" name="Text">
    </p:cNvPr>
          <p:cNvSpPr>
            <a:spLocks noGrp="1"/>
          </p:cNvSpPr>
          <p:nvPr/>
        </p:nvSpPr>
        <p:spPr>
          <a:xfrm rot="0">
            <a:off x="2413000" y="1892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Value Stream</a:t>
            </a:r>
          </a:p>
        </p:txBody>
      </p:sp>
      <p:sp>
        <p:nvSpPr>
          <p:cNvPr id="436262769" name="Text">
    </p:cNvPr>
          <p:cNvSpPr>
            <a:spLocks noGrp="1"/>
          </p:cNvSpPr>
          <p:nvPr/>
        </p:nvSpPr>
        <p:spPr>
          <a:xfrm rot="0">
            <a:off x="508000" y="1689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008803713" name="Text">
    </p:cNvPr>
          <p:cNvSpPr>
            <a:spLocks noGrp="1"/>
          </p:cNvSpPr>
          <p:nvPr/>
        </p:nvSpPr>
        <p:spPr>
          <a:xfrm rot="0">
            <a:off x="508000" y="1892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381111196" name="Text">
    </p:cNvPr>
          <p:cNvSpPr>
            <a:spLocks noGrp="1"/>
          </p:cNvSpPr>
          <p:nvPr/>
        </p:nvSpPr>
        <p:spPr>
          <a:xfrm rot="0">
            <a:off x="508000" y="22987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Assignment relation</a:t>
            </a:r>
          </a:p>
        </p:txBody>
      </p:sp>
      <p:sp>
        <p:nvSpPr>
          <p:cNvPr id="225802503" name="Text">
    </p:cNvPr>
          <p:cNvSpPr>
            <a:spLocks noGrp="1"/>
          </p:cNvSpPr>
          <p:nvPr/>
        </p:nvSpPr>
        <p:spPr>
          <a:xfrm rot="0">
            <a:off x="508000" y="2527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290622599" name="Text">
    </p:cNvPr>
          <p:cNvSpPr>
            <a:spLocks noGrp="1"/>
          </p:cNvSpPr>
          <p:nvPr/>
        </p:nvSpPr>
        <p:spPr>
          <a:xfrm rot="0">
            <a:off x="2413000" y="2527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Assignment relation</a:t>
            </a:r>
          </a:p>
        </p:txBody>
      </p:sp>
      <p:sp>
        <p:nvSpPr>
          <p:cNvPr id="633029691" name="Text">
    </p:cNvPr>
          <p:cNvSpPr>
            <a:spLocks noGrp="1"/>
          </p:cNvSpPr>
          <p:nvPr/>
        </p:nvSpPr>
        <p:spPr>
          <a:xfrm rot="0">
            <a:off x="2413000" y="27305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Resource</a:t>
            </a:r>
          </a:p>
        </p:txBody>
      </p:sp>
      <p:sp>
        <p:nvSpPr>
          <p:cNvPr id="167510203" name="Text">
    </p:cNvPr>
          <p:cNvSpPr>
            <a:spLocks noGrp="1"/>
          </p:cNvSpPr>
          <p:nvPr/>
        </p:nvSpPr>
        <p:spPr>
          <a:xfrm rot="0">
            <a:off x="2413000" y="2933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795340226" name="Text">
    </p:cNvPr>
          <p:cNvSpPr>
            <a:spLocks noGrp="1"/>
          </p:cNvSpPr>
          <p:nvPr/>
        </p:nvSpPr>
        <p:spPr>
          <a:xfrm rot="0">
            <a:off x="508000" y="27305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718567965" name="Text">
    </p:cNvPr>
          <p:cNvSpPr>
            <a:spLocks noGrp="1"/>
          </p:cNvSpPr>
          <p:nvPr/>
        </p:nvSpPr>
        <p:spPr>
          <a:xfrm rot="0">
            <a:off x="508000" y="2933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437694432" name="Text">
    </p:cNvPr>
          <p:cNvSpPr>
            <a:spLocks noGrp="1"/>
          </p:cNvSpPr>
          <p:nvPr/>
        </p:nvSpPr>
        <p:spPr>
          <a:xfrm rot="0">
            <a:off x="508000" y="33401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1008812597" name="Text">
    </p:cNvPr>
          <p:cNvSpPr>
            <a:spLocks noGrp="1"/>
          </p:cNvSpPr>
          <p:nvPr/>
        </p:nvSpPr>
        <p:spPr>
          <a:xfrm rot="0">
            <a:off x="508000" y="3568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750297486" name="Text">
    </p:cNvPr>
          <p:cNvSpPr>
            <a:spLocks noGrp="1"/>
          </p:cNvSpPr>
          <p:nvPr/>
        </p:nvSpPr>
        <p:spPr>
          <a:xfrm rot="0">
            <a:off x="2413000" y="3568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624243350" name="Text">
    </p:cNvPr>
          <p:cNvSpPr>
            <a:spLocks noGrp="1"/>
          </p:cNvSpPr>
          <p:nvPr/>
        </p:nvSpPr>
        <p:spPr>
          <a:xfrm rot="0">
            <a:off x="2413000" y="3771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2064982441" name="Text">
    </p:cNvPr>
          <p:cNvSpPr>
            <a:spLocks noGrp="1"/>
          </p:cNvSpPr>
          <p:nvPr/>
        </p:nvSpPr>
        <p:spPr>
          <a:xfrm rot="0">
            <a:off x="2413000" y="3975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Customer Portal</a:t>
            </a:r>
          </a:p>
        </p:txBody>
      </p:sp>
      <p:sp>
        <p:nvSpPr>
          <p:cNvPr id="1301537812" name="Text">
    </p:cNvPr>
          <p:cNvSpPr>
            <a:spLocks noGrp="1"/>
          </p:cNvSpPr>
          <p:nvPr/>
        </p:nvSpPr>
        <p:spPr>
          <a:xfrm rot="0">
            <a:off x="508000" y="3771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617515257" name="Text">
    </p:cNvPr>
          <p:cNvSpPr>
            <a:spLocks noGrp="1"/>
          </p:cNvSpPr>
          <p:nvPr/>
        </p:nvSpPr>
        <p:spPr>
          <a:xfrm rot="0">
            <a:off x="508000" y="3975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677625716" name="Text">
    </p:cNvPr>
          <p:cNvSpPr>
            <a:spLocks noGrp="1"/>
          </p:cNvSpPr>
          <p:nvPr/>
        </p:nvSpPr>
        <p:spPr>
          <a:xfrm rot="0">
            <a:off x="508000" y="43815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2049563576" name="Text">
    </p:cNvPr>
          <p:cNvSpPr>
            <a:spLocks noGrp="1"/>
          </p:cNvSpPr>
          <p:nvPr/>
        </p:nvSpPr>
        <p:spPr>
          <a:xfrm rot="0">
            <a:off x="508000" y="4610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675820461" name="Text">
    </p:cNvPr>
          <p:cNvSpPr>
            <a:spLocks noGrp="1"/>
          </p:cNvSpPr>
          <p:nvPr/>
        </p:nvSpPr>
        <p:spPr>
          <a:xfrm rot="0">
            <a:off x="2413000" y="4610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Serving relation</a:t>
            </a:r>
          </a:p>
        </p:txBody>
      </p:sp>
      <p:sp>
        <p:nvSpPr>
          <p:cNvPr id="2014445341" name="Text">
    </p:cNvPr>
          <p:cNvSpPr>
            <a:spLocks noGrp="1"/>
          </p:cNvSpPr>
          <p:nvPr/>
        </p:nvSpPr>
        <p:spPr>
          <a:xfrm rot="0">
            <a:off x="2413000" y="4813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ERP App</a:t>
            </a:r>
          </a:p>
        </p:txBody>
      </p:sp>
      <p:sp>
        <p:nvSpPr>
          <p:cNvPr id="1295804276" name="Text">
    </p:cNvPr>
          <p:cNvSpPr>
            <a:spLocks noGrp="1"/>
          </p:cNvSpPr>
          <p:nvPr/>
        </p:nvSpPr>
        <p:spPr>
          <a:xfrm rot="0">
            <a:off x="2413000" y="50165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2038202736" name="Text">
    </p:cNvPr>
          <p:cNvSpPr>
            <a:spLocks noGrp="1"/>
          </p:cNvSpPr>
          <p:nvPr/>
        </p:nvSpPr>
        <p:spPr>
          <a:xfrm rot="0">
            <a:off x="508000" y="4813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281022633" name="Text">
    </p:cNvPr>
          <p:cNvSpPr>
            <a:spLocks noGrp="1"/>
          </p:cNvSpPr>
          <p:nvPr/>
        </p:nvSpPr>
        <p:spPr>
          <a:xfrm rot="0">
            <a:off x="508000" y="50165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734278331" name="Text">
    </p:cNvPr>
          <p:cNvSpPr>
            <a:spLocks noGrp="1"/>
          </p:cNvSpPr>
          <p:nvPr/>
        </p:nvSpPr>
        <p:spPr>
          <a:xfrm rot="0">
            <a:off x="508000" y="54229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Realization relation</a:t>
            </a:r>
          </a:p>
        </p:txBody>
      </p:sp>
      <p:sp>
        <p:nvSpPr>
          <p:cNvPr id="1240932579" name="Text">
    </p:cNvPr>
          <p:cNvSpPr>
            <a:spLocks noGrp="1"/>
          </p:cNvSpPr>
          <p:nvPr/>
        </p:nvSpPr>
        <p:spPr>
          <a:xfrm rot="0">
            <a:off x="508000" y="56515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419599788" name="Text">
    </p:cNvPr>
          <p:cNvSpPr>
            <a:spLocks noGrp="1"/>
          </p:cNvSpPr>
          <p:nvPr/>
        </p:nvSpPr>
        <p:spPr>
          <a:xfrm rot="0">
            <a:off x="2413000" y="56515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Realization relation</a:t>
            </a:r>
          </a:p>
        </p:txBody>
      </p:sp>
      <p:sp>
        <p:nvSpPr>
          <p:cNvPr id="1145587918" name="Text">
    </p:cNvPr>
          <p:cNvSpPr>
            <a:spLocks noGrp="1"/>
          </p:cNvSpPr>
          <p:nvPr/>
        </p:nvSpPr>
        <p:spPr>
          <a:xfrm rot="0">
            <a:off x="2413000" y="5854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ERP App</a:t>
            </a:r>
          </a:p>
        </p:txBody>
      </p:sp>
      <p:sp>
        <p:nvSpPr>
          <p:cNvPr id="1424216024" name="Text">
    </p:cNvPr>
          <p:cNvSpPr>
            <a:spLocks noGrp="1"/>
          </p:cNvSpPr>
          <p:nvPr/>
        </p:nvSpPr>
        <p:spPr>
          <a:xfrm rot="0">
            <a:off x="2413000" y="6057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618864031" name="Text">
    </p:cNvPr>
          <p:cNvSpPr>
            <a:spLocks noGrp="1"/>
          </p:cNvSpPr>
          <p:nvPr/>
        </p:nvSpPr>
        <p:spPr>
          <a:xfrm rot="0">
            <a:off x="508000" y="5854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440223376" name="Text">
    </p:cNvPr>
          <p:cNvSpPr>
            <a:spLocks noGrp="1"/>
          </p:cNvSpPr>
          <p:nvPr/>
        </p:nvSpPr>
        <p:spPr>
          <a:xfrm rot="0">
            <a:off x="508000" y="6057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481649441" name="Text">
    </p:cNvPr>
          <p:cNvSpPr>
            <a:spLocks noGrp="1"/>
          </p:cNvSpPr>
          <p:nvPr/>
        </p:nvSpPr>
        <p:spPr>
          <a:xfrm rot="0">
            <a:off x="508000" y="6464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Triggering relation</a:t>
            </a:r>
          </a:p>
        </p:txBody>
      </p:sp>
      <p:sp>
        <p:nvSpPr>
          <p:cNvPr id="1457713760" name="Text">
    </p:cNvPr>
          <p:cNvSpPr>
            <a:spLocks noGrp="1"/>
          </p:cNvSpPr>
          <p:nvPr/>
        </p:nvSpPr>
        <p:spPr>
          <a:xfrm rot="0">
            <a:off x="508000" y="6692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792082630" name="Text">
    </p:cNvPr>
          <p:cNvSpPr>
            <a:spLocks noGrp="1"/>
          </p:cNvSpPr>
          <p:nvPr/>
        </p:nvSpPr>
        <p:spPr>
          <a:xfrm rot="0">
            <a:off x="2413000" y="6692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Triggering relation</a:t>
            </a:r>
          </a:p>
        </p:txBody>
      </p:sp>
      <p:sp>
        <p:nvSpPr>
          <p:cNvPr id="447271114" name="Text">
    </p:cNvPr>
          <p:cNvSpPr>
            <a:spLocks noGrp="1"/>
          </p:cNvSpPr>
          <p:nvPr/>
        </p:nvSpPr>
        <p:spPr>
          <a:xfrm rot="0">
            <a:off x="2413000" y="6896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1: application form</a:t>
            </a:r>
          </a:p>
        </p:txBody>
      </p:sp>
      <p:sp>
        <p:nvSpPr>
          <p:cNvPr id="766706901" name="Text">
    </p:cNvPr>
          <p:cNvSpPr>
            <a:spLocks noGrp="1"/>
          </p:cNvSpPr>
          <p:nvPr/>
        </p:nvSpPr>
        <p:spPr>
          <a:xfrm rot="0">
            <a:off x="2413000" y="7099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2: review by manager</a:t>
            </a:r>
          </a:p>
        </p:txBody>
      </p:sp>
      <p:sp>
        <p:nvSpPr>
          <p:cNvPr id="1812169457" name="Text">
    </p:cNvPr>
          <p:cNvSpPr>
            <a:spLocks noGrp="1"/>
          </p:cNvSpPr>
          <p:nvPr/>
        </p:nvSpPr>
        <p:spPr>
          <a:xfrm rot="0">
            <a:off x="508000" y="6896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245787269" name="Text">
    </p:cNvPr>
          <p:cNvSpPr>
            <a:spLocks noGrp="1"/>
          </p:cNvSpPr>
          <p:nvPr/>
        </p:nvSpPr>
        <p:spPr>
          <a:xfrm rot="0">
            <a:off x="508000" y="7099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381291291" name="Text">
    </p:cNvPr>
          <p:cNvSpPr>
            <a:spLocks noGrp="1"/>
          </p:cNvSpPr>
          <p:nvPr/>
        </p:nvSpPr>
        <p:spPr>
          <a:xfrm rot="0">
            <a:off x="508000" y="75057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Triggering relation</a:t>
            </a:r>
          </a:p>
        </p:txBody>
      </p:sp>
      <p:sp>
        <p:nvSpPr>
          <p:cNvPr id="1735714344" name="Text">
    </p:cNvPr>
          <p:cNvSpPr>
            <a:spLocks noGrp="1"/>
          </p:cNvSpPr>
          <p:nvPr/>
        </p:nvSpPr>
        <p:spPr>
          <a:xfrm rot="0">
            <a:off x="508000" y="7734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395371581" name="Text">
    </p:cNvPr>
          <p:cNvSpPr>
            <a:spLocks noGrp="1"/>
          </p:cNvSpPr>
          <p:nvPr/>
        </p:nvSpPr>
        <p:spPr>
          <a:xfrm rot="0">
            <a:off x="2413000" y="7734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Triggering relation</a:t>
            </a:r>
          </a:p>
        </p:txBody>
      </p:sp>
      <p:sp>
        <p:nvSpPr>
          <p:cNvPr id="719279624" name="Text">
    </p:cNvPr>
          <p:cNvSpPr>
            <a:spLocks noGrp="1"/>
          </p:cNvSpPr>
          <p:nvPr/>
        </p:nvSpPr>
        <p:spPr>
          <a:xfrm rot="0">
            <a:off x="2413000" y="79375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2: review by manager</a:t>
            </a:r>
          </a:p>
        </p:txBody>
      </p:sp>
      <p:sp>
        <p:nvSpPr>
          <p:cNvPr id="1591194181" name="Text">
    </p:cNvPr>
          <p:cNvSpPr>
            <a:spLocks noGrp="1"/>
          </p:cNvSpPr>
          <p:nvPr/>
        </p:nvSpPr>
        <p:spPr>
          <a:xfrm rot="0">
            <a:off x="2413000" y="8140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Step 3: approval</a:t>
            </a:r>
          </a:p>
        </p:txBody>
      </p:sp>
      <p:sp>
        <p:nvSpPr>
          <p:cNvPr id="517102097" name="Text">
    </p:cNvPr>
          <p:cNvSpPr>
            <a:spLocks noGrp="1"/>
          </p:cNvSpPr>
          <p:nvPr/>
        </p:nvSpPr>
        <p:spPr>
          <a:xfrm rot="0">
            <a:off x="508000" y="79375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250864890" name="Text">
    </p:cNvPr>
          <p:cNvSpPr>
            <a:spLocks noGrp="1"/>
          </p:cNvSpPr>
          <p:nvPr/>
        </p:nvSpPr>
        <p:spPr>
          <a:xfrm rot="0">
            <a:off x="508000" y="8140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590463546" name="Text">
    </p:cNvPr>
          <p:cNvSpPr>
            <a:spLocks noGrp="1"/>
          </p:cNvSpPr>
          <p:nvPr/>
        </p:nvSpPr>
        <p:spPr>
          <a:xfrm rot="0">
            <a:off x="508000" y="85471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Realization relation</a:t>
            </a:r>
          </a:p>
        </p:txBody>
      </p:sp>
      <p:sp>
        <p:nvSpPr>
          <p:cNvPr id="1030375484" name="Text">
    </p:cNvPr>
          <p:cNvSpPr>
            <a:spLocks noGrp="1"/>
          </p:cNvSpPr>
          <p:nvPr/>
        </p:nvSpPr>
        <p:spPr>
          <a:xfrm rot="0">
            <a:off x="508000" y="8775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837066578" name="Text">
    </p:cNvPr>
          <p:cNvSpPr>
            <a:spLocks noGrp="1"/>
          </p:cNvSpPr>
          <p:nvPr/>
        </p:nvSpPr>
        <p:spPr>
          <a:xfrm rot="0">
            <a:off x="2413000" y="8775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Realization relation</a:t>
            </a:r>
          </a:p>
        </p:txBody>
      </p:sp>
      <p:sp>
        <p:nvSpPr>
          <p:cNvPr id="539060640" name="Text">
    </p:cNvPr>
          <p:cNvSpPr>
            <a:spLocks noGrp="1"/>
          </p:cNvSpPr>
          <p:nvPr/>
        </p:nvSpPr>
        <p:spPr>
          <a:xfrm rot="0">
            <a:off x="2413000" y="8978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CRM App</a:t>
            </a:r>
          </a:p>
        </p:txBody>
      </p:sp>
      <p:sp>
        <p:nvSpPr>
          <p:cNvPr id="439782594" name="Text">
    </p:cNvPr>
          <p:cNvSpPr>
            <a:spLocks noGrp="1"/>
          </p:cNvSpPr>
          <p:nvPr/>
        </p:nvSpPr>
        <p:spPr>
          <a:xfrm rot="0">
            <a:off x="2413000" y="9182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970408464" name="Text">
    </p:cNvPr>
          <p:cNvSpPr>
            <a:spLocks noGrp="1"/>
          </p:cNvSpPr>
          <p:nvPr/>
        </p:nvSpPr>
        <p:spPr>
          <a:xfrm rot="0">
            <a:off x="508000" y="8978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626936291" name="Text">
    </p:cNvPr>
          <p:cNvSpPr>
            <a:spLocks noGrp="1"/>
          </p:cNvSpPr>
          <p:nvPr/>
        </p:nvSpPr>
        <p:spPr>
          <a:xfrm rot="0">
            <a:off x="508000" y="9182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262357045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Relations</a:t>
            </a:r>
          </a:p>
        </p:txBody>
      </p:sp>
      <p:sp>
        <p:nvSpPr>
          <p:cNvPr id="1707134732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MyJasperReport</a:t>
            </a:r>
          </a:p>
        </p:txBody>
      </p:sp>
      <p:sp>
        <p:nvSpPr>
          <p:cNvPr id="3624232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519566093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6.12.2-75c5e90a222ab406e416cbf590a5397028a52de3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